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6" r:id="rId8"/>
    <p:sldId id="260" r:id="rId9"/>
    <p:sldId id="261" r:id="rId10"/>
    <p:sldId id="262" r:id="rId11"/>
    <p:sldId id="263" r:id="rId12"/>
    <p:sldId id="267" r:id="rId13"/>
    <p:sldId id="268" r:id="rId14"/>
    <p:sldId id="269" r:id="rId15"/>
    <p:sldId id="278" r:id="rId16"/>
    <p:sldId id="270" r:id="rId17"/>
    <p:sldId id="272" r:id="rId18"/>
    <p:sldId id="273" r:id="rId19"/>
    <p:sldId id="274" r:id="rId20"/>
    <p:sldId id="275" r:id="rId21"/>
    <p:sldId id="280" r:id="rId22"/>
    <p:sldId id="276" r:id="rId2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3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CFB1F6-8B27-4800-9D29-A0A39B7D026A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DB82792-3E7F-4ED1-BFF2-BF1D10C56987}">
      <dgm:prSet/>
      <dgm:spPr/>
      <dgm:t>
        <a:bodyPr/>
        <a:lstStyle/>
        <a:p>
          <a:r>
            <a:rPr lang="es-MX" b="1"/>
            <a:t>PROYECTO FINAL</a:t>
          </a:r>
          <a:r>
            <a:rPr lang="es-MX"/>
            <a:t>.</a:t>
          </a:r>
          <a:endParaRPr lang="en-US"/>
        </a:p>
      </dgm:t>
    </dgm:pt>
    <dgm:pt modelId="{9CA05BB0-ACC8-4F93-AACF-0729447D6D79}" type="parTrans" cxnId="{446A8FFF-0404-4EDF-9620-0596FA19E183}">
      <dgm:prSet/>
      <dgm:spPr/>
      <dgm:t>
        <a:bodyPr/>
        <a:lstStyle/>
        <a:p>
          <a:endParaRPr lang="en-US"/>
        </a:p>
      </dgm:t>
    </dgm:pt>
    <dgm:pt modelId="{08CBD2BC-AEF2-4626-A84A-6839AC25CE63}" type="sibTrans" cxnId="{446A8FFF-0404-4EDF-9620-0596FA19E183}">
      <dgm:prSet/>
      <dgm:spPr/>
      <dgm:t>
        <a:bodyPr/>
        <a:lstStyle/>
        <a:p>
          <a:endParaRPr lang="en-US"/>
        </a:p>
      </dgm:t>
    </dgm:pt>
    <dgm:pt modelId="{27E2344E-7EEE-4A4F-8424-769DAA1658F2}">
      <dgm:prSet/>
      <dgm:spPr/>
      <dgm:t>
        <a:bodyPr/>
        <a:lstStyle/>
        <a:p>
          <a:r>
            <a:rPr lang="es-MX"/>
            <a:t>Reconocimiento de dígitos a mano.</a:t>
          </a:r>
          <a:endParaRPr lang="en-US"/>
        </a:p>
      </dgm:t>
    </dgm:pt>
    <dgm:pt modelId="{EB24169C-B03C-4786-A058-0F12F772164E}" type="parTrans" cxnId="{0E3CD948-9F0A-49AC-8E8F-E7E8FDC2819B}">
      <dgm:prSet/>
      <dgm:spPr/>
      <dgm:t>
        <a:bodyPr/>
        <a:lstStyle/>
        <a:p>
          <a:endParaRPr lang="en-US"/>
        </a:p>
      </dgm:t>
    </dgm:pt>
    <dgm:pt modelId="{4D01DA04-1633-4E0A-B310-DC8519B917E9}" type="sibTrans" cxnId="{0E3CD948-9F0A-49AC-8E8F-E7E8FDC2819B}">
      <dgm:prSet/>
      <dgm:spPr/>
      <dgm:t>
        <a:bodyPr/>
        <a:lstStyle/>
        <a:p>
          <a:endParaRPr lang="en-US"/>
        </a:p>
      </dgm:t>
    </dgm:pt>
    <dgm:pt modelId="{F2B75E22-426C-487D-9F30-AF1091B20513}">
      <dgm:prSet/>
      <dgm:spPr/>
      <dgm:t>
        <a:bodyPr/>
        <a:lstStyle/>
        <a:p>
          <a:r>
            <a:rPr lang="es-MX" b="1"/>
            <a:t>MÓDULO.</a:t>
          </a:r>
          <a:endParaRPr lang="en-US"/>
        </a:p>
      </dgm:t>
    </dgm:pt>
    <dgm:pt modelId="{CF6AAEFB-19F7-4CD0-A773-3A6331B9B419}" type="parTrans" cxnId="{78F2D831-EC93-48B5-89B6-294A439CC276}">
      <dgm:prSet/>
      <dgm:spPr/>
      <dgm:t>
        <a:bodyPr/>
        <a:lstStyle/>
        <a:p>
          <a:endParaRPr lang="en-US"/>
        </a:p>
      </dgm:t>
    </dgm:pt>
    <dgm:pt modelId="{3E6F31F1-58CB-43D7-A962-4D9750DB8F30}" type="sibTrans" cxnId="{78F2D831-EC93-48B5-89B6-294A439CC276}">
      <dgm:prSet/>
      <dgm:spPr/>
      <dgm:t>
        <a:bodyPr/>
        <a:lstStyle/>
        <a:p>
          <a:endParaRPr lang="en-US"/>
        </a:p>
      </dgm:t>
    </dgm:pt>
    <dgm:pt modelId="{15988123-8DD3-4A2D-980D-5A8A52305220}">
      <dgm:prSet/>
      <dgm:spPr/>
      <dgm:t>
        <a:bodyPr/>
        <a:lstStyle/>
        <a:p>
          <a:r>
            <a:rPr lang="es-MX"/>
            <a:t>Herramientas y aplicaciones de la IA.</a:t>
          </a:r>
          <a:endParaRPr lang="en-US"/>
        </a:p>
      </dgm:t>
    </dgm:pt>
    <dgm:pt modelId="{4ED65336-CFA7-4915-95BA-B41F52D6A453}" type="parTrans" cxnId="{F414BD9F-D562-46FB-8810-00B1DB8E55D1}">
      <dgm:prSet/>
      <dgm:spPr/>
      <dgm:t>
        <a:bodyPr/>
        <a:lstStyle/>
        <a:p>
          <a:endParaRPr lang="en-US"/>
        </a:p>
      </dgm:t>
    </dgm:pt>
    <dgm:pt modelId="{7E5F4683-4055-4552-867D-0A1747758FDE}" type="sibTrans" cxnId="{F414BD9F-D562-46FB-8810-00B1DB8E55D1}">
      <dgm:prSet/>
      <dgm:spPr/>
      <dgm:t>
        <a:bodyPr/>
        <a:lstStyle/>
        <a:p>
          <a:endParaRPr lang="en-US"/>
        </a:p>
      </dgm:t>
    </dgm:pt>
    <dgm:pt modelId="{F08FF1A4-D40F-4CFD-A1E4-4AC6D882CA22}">
      <dgm:prSet/>
      <dgm:spPr/>
      <dgm:t>
        <a:bodyPr/>
        <a:lstStyle/>
        <a:p>
          <a:r>
            <a:rPr lang="es-MX" b="1"/>
            <a:t>DOCENTE.</a:t>
          </a:r>
          <a:endParaRPr lang="en-US"/>
        </a:p>
      </dgm:t>
    </dgm:pt>
    <dgm:pt modelId="{61151585-13B7-4D09-B027-6C2060FCDBC2}" type="parTrans" cxnId="{FD74DCEA-F15D-4A51-9C81-E578360B4890}">
      <dgm:prSet/>
      <dgm:spPr/>
      <dgm:t>
        <a:bodyPr/>
        <a:lstStyle/>
        <a:p>
          <a:endParaRPr lang="en-US"/>
        </a:p>
      </dgm:t>
    </dgm:pt>
    <dgm:pt modelId="{C3269522-66DD-456E-8EC7-91DCB6F08529}" type="sibTrans" cxnId="{FD74DCEA-F15D-4A51-9C81-E578360B4890}">
      <dgm:prSet/>
      <dgm:spPr/>
      <dgm:t>
        <a:bodyPr/>
        <a:lstStyle/>
        <a:p>
          <a:endParaRPr lang="en-US"/>
        </a:p>
      </dgm:t>
    </dgm:pt>
    <dgm:pt modelId="{4ADAA9F7-635F-4404-8322-36B45EA714F1}">
      <dgm:prSet/>
      <dgm:spPr/>
      <dgm:t>
        <a:bodyPr/>
        <a:lstStyle/>
        <a:p>
          <a:r>
            <a:rPr lang="es-MX"/>
            <a:t>Dr. Gaddiel Desirena López</a:t>
          </a:r>
          <a:endParaRPr lang="en-US"/>
        </a:p>
      </dgm:t>
    </dgm:pt>
    <dgm:pt modelId="{C32C447D-1B00-4BD2-9988-5D9696921F66}" type="parTrans" cxnId="{A6829AB5-BDB3-4A29-BBB9-A8808C769D55}">
      <dgm:prSet/>
      <dgm:spPr/>
      <dgm:t>
        <a:bodyPr/>
        <a:lstStyle/>
        <a:p>
          <a:endParaRPr lang="en-US"/>
        </a:p>
      </dgm:t>
    </dgm:pt>
    <dgm:pt modelId="{3B768408-7366-464D-B1FF-86499784E911}" type="sibTrans" cxnId="{A6829AB5-BDB3-4A29-BBB9-A8808C769D55}">
      <dgm:prSet/>
      <dgm:spPr/>
      <dgm:t>
        <a:bodyPr/>
        <a:lstStyle/>
        <a:p>
          <a:endParaRPr lang="en-US"/>
        </a:p>
      </dgm:t>
    </dgm:pt>
    <dgm:pt modelId="{B50C0CE7-004D-43AA-AF45-23FCE2926CA8}">
      <dgm:prSet/>
      <dgm:spPr/>
      <dgm:t>
        <a:bodyPr/>
        <a:lstStyle/>
        <a:p>
          <a:r>
            <a:rPr lang="es-MX" b="1"/>
            <a:t>INTEGRANTES.</a:t>
          </a:r>
          <a:endParaRPr lang="en-US"/>
        </a:p>
      </dgm:t>
    </dgm:pt>
    <dgm:pt modelId="{F04FBB4F-9677-481F-A335-940F0F6E95E2}" type="parTrans" cxnId="{F9CF68C7-58FF-434D-87A3-5682248C25DB}">
      <dgm:prSet/>
      <dgm:spPr/>
      <dgm:t>
        <a:bodyPr/>
        <a:lstStyle/>
        <a:p>
          <a:endParaRPr lang="en-US"/>
        </a:p>
      </dgm:t>
    </dgm:pt>
    <dgm:pt modelId="{EAF7BB93-58F8-42B7-85B3-F419C6527DD4}" type="sibTrans" cxnId="{F9CF68C7-58FF-434D-87A3-5682248C25DB}">
      <dgm:prSet/>
      <dgm:spPr/>
      <dgm:t>
        <a:bodyPr/>
        <a:lstStyle/>
        <a:p>
          <a:endParaRPr lang="en-US"/>
        </a:p>
      </dgm:t>
    </dgm:pt>
    <dgm:pt modelId="{69E91D4F-8003-4B52-BBD5-61843A8BFBD9}">
      <dgm:prSet/>
      <dgm:spPr/>
      <dgm:t>
        <a:bodyPr/>
        <a:lstStyle/>
        <a:p>
          <a:r>
            <a:rPr lang="es-MX"/>
            <a:t>Erick Chaparro Quintanar</a:t>
          </a:r>
          <a:endParaRPr lang="en-US"/>
        </a:p>
      </dgm:t>
    </dgm:pt>
    <dgm:pt modelId="{11FC2E67-8EA6-432D-A1DE-3D19A85383B7}" type="parTrans" cxnId="{0AD7493E-0E73-4507-AA51-6874224447A0}">
      <dgm:prSet/>
      <dgm:spPr/>
      <dgm:t>
        <a:bodyPr/>
        <a:lstStyle/>
        <a:p>
          <a:endParaRPr lang="en-US"/>
        </a:p>
      </dgm:t>
    </dgm:pt>
    <dgm:pt modelId="{EDDD0F81-3F36-407E-A0CF-650A2A71BDA5}" type="sibTrans" cxnId="{0AD7493E-0E73-4507-AA51-6874224447A0}">
      <dgm:prSet/>
      <dgm:spPr/>
      <dgm:t>
        <a:bodyPr/>
        <a:lstStyle/>
        <a:p>
          <a:endParaRPr lang="en-US"/>
        </a:p>
      </dgm:t>
    </dgm:pt>
    <dgm:pt modelId="{F6452351-56AD-4AAF-A8DC-538267887782}">
      <dgm:prSet/>
      <dgm:spPr/>
      <dgm:t>
        <a:bodyPr/>
        <a:lstStyle/>
        <a:p>
          <a:r>
            <a:rPr lang="es-MX"/>
            <a:t>Juan Manuel Alegría</a:t>
          </a:r>
          <a:endParaRPr lang="en-US"/>
        </a:p>
      </dgm:t>
    </dgm:pt>
    <dgm:pt modelId="{DD741D1D-2FD4-43DB-9043-773562CA2DFD}" type="parTrans" cxnId="{53B4383E-A86D-49BF-86F6-E7C39FAF2277}">
      <dgm:prSet/>
      <dgm:spPr/>
      <dgm:t>
        <a:bodyPr/>
        <a:lstStyle/>
        <a:p>
          <a:endParaRPr lang="en-US"/>
        </a:p>
      </dgm:t>
    </dgm:pt>
    <dgm:pt modelId="{E5F703D6-BFF3-488F-9C35-B7C95DDDE852}" type="sibTrans" cxnId="{53B4383E-A86D-49BF-86F6-E7C39FAF2277}">
      <dgm:prSet/>
      <dgm:spPr/>
      <dgm:t>
        <a:bodyPr/>
        <a:lstStyle/>
        <a:p>
          <a:endParaRPr lang="en-US"/>
        </a:p>
      </dgm:t>
    </dgm:pt>
    <dgm:pt modelId="{691F23AA-91CE-453E-AF66-628EE2BEECA5}">
      <dgm:prSet/>
      <dgm:spPr/>
      <dgm:t>
        <a:bodyPr/>
        <a:lstStyle/>
        <a:p>
          <a:r>
            <a:rPr lang="es-MX"/>
            <a:t>Liliana Mondragón Quintana</a:t>
          </a:r>
          <a:endParaRPr lang="en-US"/>
        </a:p>
      </dgm:t>
    </dgm:pt>
    <dgm:pt modelId="{8C5B92FB-D324-46E7-949B-09DDB2A9E04D}" type="parTrans" cxnId="{BD942CBB-178F-4B4E-B9D8-987BF124492D}">
      <dgm:prSet/>
      <dgm:spPr/>
      <dgm:t>
        <a:bodyPr/>
        <a:lstStyle/>
        <a:p>
          <a:endParaRPr lang="en-US"/>
        </a:p>
      </dgm:t>
    </dgm:pt>
    <dgm:pt modelId="{9DC3730C-CDD6-4D2F-A75C-8AD38573D93F}" type="sibTrans" cxnId="{BD942CBB-178F-4B4E-B9D8-987BF124492D}">
      <dgm:prSet/>
      <dgm:spPr/>
      <dgm:t>
        <a:bodyPr/>
        <a:lstStyle/>
        <a:p>
          <a:endParaRPr lang="en-US"/>
        </a:p>
      </dgm:t>
    </dgm:pt>
    <dgm:pt modelId="{DF3B73F1-2851-4A85-A7EF-0A0D4D7AF2CA}" type="pres">
      <dgm:prSet presAssocID="{CCCFB1F6-8B27-4800-9D29-A0A39B7D026A}" presName="Name0" presStyleCnt="0">
        <dgm:presLayoutVars>
          <dgm:dir/>
          <dgm:resizeHandles val="exact"/>
        </dgm:presLayoutVars>
      </dgm:prSet>
      <dgm:spPr/>
    </dgm:pt>
    <dgm:pt modelId="{7988220E-5365-4AAD-877F-9FE5FCFC5DBE}" type="pres">
      <dgm:prSet presAssocID="{CCCFB1F6-8B27-4800-9D29-A0A39B7D026A}" presName="cycle" presStyleCnt="0"/>
      <dgm:spPr/>
    </dgm:pt>
    <dgm:pt modelId="{26AFF60B-06F7-4B51-A55A-38CDCBB58959}" type="pres">
      <dgm:prSet presAssocID="{CDB82792-3E7F-4ED1-BFF2-BF1D10C56987}" presName="nodeFirstNode" presStyleLbl="node1" presStyleIdx="0" presStyleCnt="10">
        <dgm:presLayoutVars>
          <dgm:bulletEnabled val="1"/>
        </dgm:presLayoutVars>
      </dgm:prSet>
      <dgm:spPr/>
    </dgm:pt>
    <dgm:pt modelId="{3F580661-CCD0-4BA5-868E-2B35136089AD}" type="pres">
      <dgm:prSet presAssocID="{08CBD2BC-AEF2-4626-A84A-6839AC25CE63}" presName="sibTransFirstNode" presStyleLbl="bgShp" presStyleIdx="0" presStyleCnt="1"/>
      <dgm:spPr/>
    </dgm:pt>
    <dgm:pt modelId="{84AAE480-D7A2-4788-ABB7-E186E6498F75}" type="pres">
      <dgm:prSet presAssocID="{27E2344E-7EEE-4A4F-8424-769DAA1658F2}" presName="nodeFollowingNodes" presStyleLbl="node1" presStyleIdx="1" presStyleCnt="10">
        <dgm:presLayoutVars>
          <dgm:bulletEnabled val="1"/>
        </dgm:presLayoutVars>
      </dgm:prSet>
      <dgm:spPr/>
    </dgm:pt>
    <dgm:pt modelId="{C3031686-9116-4919-9140-CEC5A717183C}" type="pres">
      <dgm:prSet presAssocID="{F2B75E22-426C-487D-9F30-AF1091B20513}" presName="nodeFollowingNodes" presStyleLbl="node1" presStyleIdx="2" presStyleCnt="10">
        <dgm:presLayoutVars>
          <dgm:bulletEnabled val="1"/>
        </dgm:presLayoutVars>
      </dgm:prSet>
      <dgm:spPr/>
    </dgm:pt>
    <dgm:pt modelId="{657CCBD1-283F-427D-9881-7317C621C97A}" type="pres">
      <dgm:prSet presAssocID="{15988123-8DD3-4A2D-980D-5A8A52305220}" presName="nodeFollowingNodes" presStyleLbl="node1" presStyleIdx="3" presStyleCnt="10">
        <dgm:presLayoutVars>
          <dgm:bulletEnabled val="1"/>
        </dgm:presLayoutVars>
      </dgm:prSet>
      <dgm:spPr/>
    </dgm:pt>
    <dgm:pt modelId="{3839F042-84FD-4D78-835B-FF2402851FD1}" type="pres">
      <dgm:prSet presAssocID="{F08FF1A4-D40F-4CFD-A1E4-4AC6D882CA22}" presName="nodeFollowingNodes" presStyleLbl="node1" presStyleIdx="4" presStyleCnt="10">
        <dgm:presLayoutVars>
          <dgm:bulletEnabled val="1"/>
        </dgm:presLayoutVars>
      </dgm:prSet>
      <dgm:spPr/>
    </dgm:pt>
    <dgm:pt modelId="{CDCD2C7A-7AE0-483E-821F-A075C2F0DECC}" type="pres">
      <dgm:prSet presAssocID="{4ADAA9F7-635F-4404-8322-36B45EA714F1}" presName="nodeFollowingNodes" presStyleLbl="node1" presStyleIdx="5" presStyleCnt="10">
        <dgm:presLayoutVars>
          <dgm:bulletEnabled val="1"/>
        </dgm:presLayoutVars>
      </dgm:prSet>
      <dgm:spPr/>
    </dgm:pt>
    <dgm:pt modelId="{531D8E29-AC87-4032-9EBD-E29263A8EE25}" type="pres">
      <dgm:prSet presAssocID="{B50C0CE7-004D-43AA-AF45-23FCE2926CA8}" presName="nodeFollowingNodes" presStyleLbl="node1" presStyleIdx="6" presStyleCnt="10">
        <dgm:presLayoutVars>
          <dgm:bulletEnabled val="1"/>
        </dgm:presLayoutVars>
      </dgm:prSet>
      <dgm:spPr/>
    </dgm:pt>
    <dgm:pt modelId="{8D16C8F3-4A06-4491-B440-A0443DF8567E}" type="pres">
      <dgm:prSet presAssocID="{69E91D4F-8003-4B52-BBD5-61843A8BFBD9}" presName="nodeFollowingNodes" presStyleLbl="node1" presStyleIdx="7" presStyleCnt="10">
        <dgm:presLayoutVars>
          <dgm:bulletEnabled val="1"/>
        </dgm:presLayoutVars>
      </dgm:prSet>
      <dgm:spPr/>
    </dgm:pt>
    <dgm:pt modelId="{42D5012A-A7F5-4821-AEDD-9F621A891461}" type="pres">
      <dgm:prSet presAssocID="{F6452351-56AD-4AAF-A8DC-538267887782}" presName="nodeFollowingNodes" presStyleLbl="node1" presStyleIdx="8" presStyleCnt="10">
        <dgm:presLayoutVars>
          <dgm:bulletEnabled val="1"/>
        </dgm:presLayoutVars>
      </dgm:prSet>
      <dgm:spPr/>
    </dgm:pt>
    <dgm:pt modelId="{B92EF315-FA8C-4424-9F30-1CEBFAFA1DE5}" type="pres">
      <dgm:prSet presAssocID="{691F23AA-91CE-453E-AF66-628EE2BEECA5}" presName="nodeFollowingNodes" presStyleLbl="node1" presStyleIdx="9" presStyleCnt="10">
        <dgm:presLayoutVars>
          <dgm:bulletEnabled val="1"/>
        </dgm:presLayoutVars>
      </dgm:prSet>
      <dgm:spPr/>
    </dgm:pt>
  </dgm:ptLst>
  <dgm:cxnLst>
    <dgm:cxn modelId="{61901F14-F256-4683-89E7-223587367B30}" type="presOf" srcId="{F2B75E22-426C-487D-9F30-AF1091B20513}" destId="{C3031686-9116-4919-9140-CEC5A717183C}" srcOrd="0" destOrd="0" presId="urn:microsoft.com/office/officeart/2005/8/layout/cycle3"/>
    <dgm:cxn modelId="{E9090D16-4AF8-474B-B3D2-74F1E319DEB1}" type="presOf" srcId="{27E2344E-7EEE-4A4F-8424-769DAA1658F2}" destId="{84AAE480-D7A2-4788-ABB7-E186E6498F75}" srcOrd="0" destOrd="0" presId="urn:microsoft.com/office/officeart/2005/8/layout/cycle3"/>
    <dgm:cxn modelId="{7806C123-A4AE-483F-852B-B2F878FCA9FC}" type="presOf" srcId="{15988123-8DD3-4A2D-980D-5A8A52305220}" destId="{657CCBD1-283F-427D-9881-7317C621C97A}" srcOrd="0" destOrd="0" presId="urn:microsoft.com/office/officeart/2005/8/layout/cycle3"/>
    <dgm:cxn modelId="{FCEE8026-F364-47C3-B9F1-6D7D31BFA3CF}" type="presOf" srcId="{B50C0CE7-004D-43AA-AF45-23FCE2926CA8}" destId="{531D8E29-AC87-4032-9EBD-E29263A8EE25}" srcOrd="0" destOrd="0" presId="urn:microsoft.com/office/officeart/2005/8/layout/cycle3"/>
    <dgm:cxn modelId="{F6666C2A-3FAF-4843-AA95-3188234825B4}" type="presOf" srcId="{69E91D4F-8003-4B52-BBD5-61843A8BFBD9}" destId="{8D16C8F3-4A06-4491-B440-A0443DF8567E}" srcOrd="0" destOrd="0" presId="urn:microsoft.com/office/officeart/2005/8/layout/cycle3"/>
    <dgm:cxn modelId="{4E2E072D-AD37-4676-9843-64E92EDF04BC}" type="presOf" srcId="{CDB82792-3E7F-4ED1-BFF2-BF1D10C56987}" destId="{26AFF60B-06F7-4B51-A55A-38CDCBB58959}" srcOrd="0" destOrd="0" presId="urn:microsoft.com/office/officeart/2005/8/layout/cycle3"/>
    <dgm:cxn modelId="{78F2D831-EC93-48B5-89B6-294A439CC276}" srcId="{CCCFB1F6-8B27-4800-9D29-A0A39B7D026A}" destId="{F2B75E22-426C-487D-9F30-AF1091B20513}" srcOrd="2" destOrd="0" parTransId="{CF6AAEFB-19F7-4CD0-A773-3A6331B9B419}" sibTransId="{3E6F31F1-58CB-43D7-A962-4D9750DB8F30}"/>
    <dgm:cxn modelId="{53B4383E-A86D-49BF-86F6-E7C39FAF2277}" srcId="{CCCFB1F6-8B27-4800-9D29-A0A39B7D026A}" destId="{F6452351-56AD-4AAF-A8DC-538267887782}" srcOrd="8" destOrd="0" parTransId="{DD741D1D-2FD4-43DB-9043-773562CA2DFD}" sibTransId="{E5F703D6-BFF3-488F-9C35-B7C95DDDE852}"/>
    <dgm:cxn modelId="{0AD7493E-0E73-4507-AA51-6874224447A0}" srcId="{CCCFB1F6-8B27-4800-9D29-A0A39B7D026A}" destId="{69E91D4F-8003-4B52-BBD5-61843A8BFBD9}" srcOrd="7" destOrd="0" parTransId="{11FC2E67-8EA6-432D-A1DE-3D19A85383B7}" sibTransId="{EDDD0F81-3F36-407E-A0CF-650A2A71BDA5}"/>
    <dgm:cxn modelId="{92DE1560-89A5-47FC-BF5D-3138F5CBCE7B}" type="presOf" srcId="{691F23AA-91CE-453E-AF66-628EE2BEECA5}" destId="{B92EF315-FA8C-4424-9F30-1CEBFAFA1DE5}" srcOrd="0" destOrd="0" presId="urn:microsoft.com/office/officeart/2005/8/layout/cycle3"/>
    <dgm:cxn modelId="{0E3CD948-9F0A-49AC-8E8F-E7E8FDC2819B}" srcId="{CCCFB1F6-8B27-4800-9D29-A0A39B7D026A}" destId="{27E2344E-7EEE-4A4F-8424-769DAA1658F2}" srcOrd="1" destOrd="0" parTransId="{EB24169C-B03C-4786-A058-0F12F772164E}" sibTransId="{4D01DA04-1633-4E0A-B310-DC8519B917E9}"/>
    <dgm:cxn modelId="{2F00FA6C-EAC0-4DEC-8F07-BF828385F374}" type="presOf" srcId="{08CBD2BC-AEF2-4626-A84A-6839AC25CE63}" destId="{3F580661-CCD0-4BA5-868E-2B35136089AD}" srcOrd="0" destOrd="0" presId="urn:microsoft.com/office/officeart/2005/8/layout/cycle3"/>
    <dgm:cxn modelId="{8752ED58-B873-493F-B9BC-FEDD75229553}" type="presOf" srcId="{CCCFB1F6-8B27-4800-9D29-A0A39B7D026A}" destId="{DF3B73F1-2851-4A85-A7EF-0A0D4D7AF2CA}" srcOrd="0" destOrd="0" presId="urn:microsoft.com/office/officeart/2005/8/layout/cycle3"/>
    <dgm:cxn modelId="{7900997E-F28D-4EC9-8DDB-2BA988F7B661}" type="presOf" srcId="{4ADAA9F7-635F-4404-8322-36B45EA714F1}" destId="{CDCD2C7A-7AE0-483E-821F-A075C2F0DECC}" srcOrd="0" destOrd="0" presId="urn:microsoft.com/office/officeart/2005/8/layout/cycle3"/>
    <dgm:cxn modelId="{F414BD9F-D562-46FB-8810-00B1DB8E55D1}" srcId="{CCCFB1F6-8B27-4800-9D29-A0A39B7D026A}" destId="{15988123-8DD3-4A2D-980D-5A8A52305220}" srcOrd="3" destOrd="0" parTransId="{4ED65336-CFA7-4915-95BA-B41F52D6A453}" sibTransId="{7E5F4683-4055-4552-867D-0A1747758FDE}"/>
    <dgm:cxn modelId="{A6829AB5-BDB3-4A29-BBB9-A8808C769D55}" srcId="{CCCFB1F6-8B27-4800-9D29-A0A39B7D026A}" destId="{4ADAA9F7-635F-4404-8322-36B45EA714F1}" srcOrd="5" destOrd="0" parTransId="{C32C447D-1B00-4BD2-9988-5D9696921F66}" sibTransId="{3B768408-7366-464D-B1FF-86499784E911}"/>
    <dgm:cxn modelId="{BD942CBB-178F-4B4E-B9D8-987BF124492D}" srcId="{CCCFB1F6-8B27-4800-9D29-A0A39B7D026A}" destId="{691F23AA-91CE-453E-AF66-628EE2BEECA5}" srcOrd="9" destOrd="0" parTransId="{8C5B92FB-D324-46E7-949B-09DDB2A9E04D}" sibTransId="{9DC3730C-CDD6-4D2F-A75C-8AD38573D93F}"/>
    <dgm:cxn modelId="{F9CF68C7-58FF-434D-87A3-5682248C25DB}" srcId="{CCCFB1F6-8B27-4800-9D29-A0A39B7D026A}" destId="{B50C0CE7-004D-43AA-AF45-23FCE2926CA8}" srcOrd="6" destOrd="0" parTransId="{F04FBB4F-9677-481F-A335-940F0F6E95E2}" sibTransId="{EAF7BB93-58F8-42B7-85B3-F419C6527DD4}"/>
    <dgm:cxn modelId="{0928CCDF-C79B-4CAB-B6CB-B72613DC2079}" type="presOf" srcId="{F08FF1A4-D40F-4CFD-A1E4-4AC6D882CA22}" destId="{3839F042-84FD-4D78-835B-FF2402851FD1}" srcOrd="0" destOrd="0" presId="urn:microsoft.com/office/officeart/2005/8/layout/cycle3"/>
    <dgm:cxn modelId="{FD74DCEA-F15D-4A51-9C81-E578360B4890}" srcId="{CCCFB1F6-8B27-4800-9D29-A0A39B7D026A}" destId="{F08FF1A4-D40F-4CFD-A1E4-4AC6D882CA22}" srcOrd="4" destOrd="0" parTransId="{61151585-13B7-4D09-B027-6C2060FCDBC2}" sibTransId="{C3269522-66DD-456E-8EC7-91DCB6F08529}"/>
    <dgm:cxn modelId="{D44C53EE-F2B6-4AEA-8F7D-DCE331455A56}" type="presOf" srcId="{F6452351-56AD-4AAF-A8DC-538267887782}" destId="{42D5012A-A7F5-4821-AEDD-9F621A891461}" srcOrd="0" destOrd="0" presId="urn:microsoft.com/office/officeart/2005/8/layout/cycle3"/>
    <dgm:cxn modelId="{446A8FFF-0404-4EDF-9620-0596FA19E183}" srcId="{CCCFB1F6-8B27-4800-9D29-A0A39B7D026A}" destId="{CDB82792-3E7F-4ED1-BFF2-BF1D10C56987}" srcOrd="0" destOrd="0" parTransId="{9CA05BB0-ACC8-4F93-AACF-0729447D6D79}" sibTransId="{08CBD2BC-AEF2-4626-A84A-6839AC25CE63}"/>
    <dgm:cxn modelId="{61EB5B2D-4DFF-4D0C-A5C9-E801D87C8720}" type="presParOf" srcId="{DF3B73F1-2851-4A85-A7EF-0A0D4D7AF2CA}" destId="{7988220E-5365-4AAD-877F-9FE5FCFC5DBE}" srcOrd="0" destOrd="0" presId="urn:microsoft.com/office/officeart/2005/8/layout/cycle3"/>
    <dgm:cxn modelId="{5F041F05-94AE-4B49-B701-1CCBA427052E}" type="presParOf" srcId="{7988220E-5365-4AAD-877F-9FE5FCFC5DBE}" destId="{26AFF60B-06F7-4B51-A55A-38CDCBB58959}" srcOrd="0" destOrd="0" presId="urn:microsoft.com/office/officeart/2005/8/layout/cycle3"/>
    <dgm:cxn modelId="{97B296A1-9D51-437B-A5E3-879E6B89C5C4}" type="presParOf" srcId="{7988220E-5365-4AAD-877F-9FE5FCFC5DBE}" destId="{3F580661-CCD0-4BA5-868E-2B35136089AD}" srcOrd="1" destOrd="0" presId="urn:microsoft.com/office/officeart/2005/8/layout/cycle3"/>
    <dgm:cxn modelId="{83623752-975A-4B7D-A12A-C9CE53A120F1}" type="presParOf" srcId="{7988220E-5365-4AAD-877F-9FE5FCFC5DBE}" destId="{84AAE480-D7A2-4788-ABB7-E186E6498F75}" srcOrd="2" destOrd="0" presId="urn:microsoft.com/office/officeart/2005/8/layout/cycle3"/>
    <dgm:cxn modelId="{7B4A75B9-11FB-4795-86DF-C2B57EEC18BC}" type="presParOf" srcId="{7988220E-5365-4AAD-877F-9FE5FCFC5DBE}" destId="{C3031686-9116-4919-9140-CEC5A717183C}" srcOrd="3" destOrd="0" presId="urn:microsoft.com/office/officeart/2005/8/layout/cycle3"/>
    <dgm:cxn modelId="{5CB34A0A-1C83-4E98-A648-F6E4E2BA2146}" type="presParOf" srcId="{7988220E-5365-4AAD-877F-9FE5FCFC5DBE}" destId="{657CCBD1-283F-427D-9881-7317C621C97A}" srcOrd="4" destOrd="0" presId="urn:microsoft.com/office/officeart/2005/8/layout/cycle3"/>
    <dgm:cxn modelId="{CEC762CC-B685-43E8-AEC1-5659388C7C19}" type="presParOf" srcId="{7988220E-5365-4AAD-877F-9FE5FCFC5DBE}" destId="{3839F042-84FD-4D78-835B-FF2402851FD1}" srcOrd="5" destOrd="0" presId="urn:microsoft.com/office/officeart/2005/8/layout/cycle3"/>
    <dgm:cxn modelId="{5DECFF0C-DF9A-4BB5-BF83-6CA8CA9222D6}" type="presParOf" srcId="{7988220E-5365-4AAD-877F-9FE5FCFC5DBE}" destId="{CDCD2C7A-7AE0-483E-821F-A075C2F0DECC}" srcOrd="6" destOrd="0" presId="urn:microsoft.com/office/officeart/2005/8/layout/cycle3"/>
    <dgm:cxn modelId="{5A63E346-2EA7-4BB2-AE1D-6FCE3A415CC4}" type="presParOf" srcId="{7988220E-5365-4AAD-877F-9FE5FCFC5DBE}" destId="{531D8E29-AC87-4032-9EBD-E29263A8EE25}" srcOrd="7" destOrd="0" presId="urn:microsoft.com/office/officeart/2005/8/layout/cycle3"/>
    <dgm:cxn modelId="{4E959508-C4D5-432A-AB99-DEE44F9D29AC}" type="presParOf" srcId="{7988220E-5365-4AAD-877F-9FE5FCFC5DBE}" destId="{8D16C8F3-4A06-4491-B440-A0443DF8567E}" srcOrd="8" destOrd="0" presId="urn:microsoft.com/office/officeart/2005/8/layout/cycle3"/>
    <dgm:cxn modelId="{B56DDBE5-7347-4977-94F1-8EC3664EC674}" type="presParOf" srcId="{7988220E-5365-4AAD-877F-9FE5FCFC5DBE}" destId="{42D5012A-A7F5-4821-AEDD-9F621A891461}" srcOrd="9" destOrd="0" presId="urn:microsoft.com/office/officeart/2005/8/layout/cycle3"/>
    <dgm:cxn modelId="{13872EC7-E60C-4219-B631-4886C44D4A61}" type="presParOf" srcId="{7988220E-5365-4AAD-877F-9FE5FCFC5DBE}" destId="{B92EF315-FA8C-4424-9F30-1CEBFAFA1DE5}" srcOrd="10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580661-CCD0-4BA5-868E-2B35136089AD}">
      <dsp:nvSpPr>
        <dsp:cNvPr id="0" name=""/>
        <dsp:cNvSpPr/>
      </dsp:nvSpPr>
      <dsp:spPr>
        <a:xfrm>
          <a:off x="1440339" y="-60067"/>
          <a:ext cx="4483311" cy="4483311"/>
        </a:xfrm>
        <a:prstGeom prst="circularArrow">
          <a:avLst>
            <a:gd name="adj1" fmla="val 5544"/>
            <a:gd name="adj2" fmla="val 330680"/>
            <a:gd name="adj3" fmla="val 14860009"/>
            <a:gd name="adj4" fmla="val 16755483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AFF60B-06F7-4B51-A55A-38CDCBB58959}">
      <dsp:nvSpPr>
        <dsp:cNvPr id="0" name=""/>
        <dsp:cNvSpPr/>
      </dsp:nvSpPr>
      <dsp:spPr>
        <a:xfrm>
          <a:off x="3157023" y="1322"/>
          <a:ext cx="1049943" cy="52497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b="1" kern="1200"/>
            <a:t>PROYECTO FINAL</a:t>
          </a:r>
          <a:r>
            <a:rPr lang="es-MX" sz="900" kern="1200"/>
            <a:t>.</a:t>
          </a:r>
          <a:endParaRPr lang="en-US" sz="900" kern="1200"/>
        </a:p>
      </dsp:txBody>
      <dsp:txXfrm>
        <a:off x="3182650" y="26949"/>
        <a:ext cx="998689" cy="473717"/>
      </dsp:txXfrm>
    </dsp:sp>
    <dsp:sp modelId="{84AAE480-D7A2-4788-ABB7-E186E6498F75}">
      <dsp:nvSpPr>
        <dsp:cNvPr id="0" name=""/>
        <dsp:cNvSpPr/>
      </dsp:nvSpPr>
      <dsp:spPr>
        <a:xfrm>
          <a:off x="4280786" y="366455"/>
          <a:ext cx="1049943" cy="52497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Reconocimiento de dígitos a mano.</a:t>
          </a:r>
          <a:endParaRPr lang="en-US" sz="900" kern="1200"/>
        </a:p>
      </dsp:txBody>
      <dsp:txXfrm>
        <a:off x="4306413" y="392082"/>
        <a:ext cx="998689" cy="473717"/>
      </dsp:txXfrm>
    </dsp:sp>
    <dsp:sp modelId="{C3031686-9116-4919-9140-CEC5A717183C}">
      <dsp:nvSpPr>
        <dsp:cNvPr id="0" name=""/>
        <dsp:cNvSpPr/>
      </dsp:nvSpPr>
      <dsp:spPr>
        <a:xfrm>
          <a:off x="4975310" y="1322385"/>
          <a:ext cx="1049943" cy="52497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b="1" kern="1200"/>
            <a:t>MÓDULO.</a:t>
          </a:r>
          <a:endParaRPr lang="en-US" sz="900" kern="1200"/>
        </a:p>
      </dsp:txBody>
      <dsp:txXfrm>
        <a:off x="5000937" y="1348012"/>
        <a:ext cx="998689" cy="473717"/>
      </dsp:txXfrm>
    </dsp:sp>
    <dsp:sp modelId="{657CCBD1-283F-427D-9881-7317C621C97A}">
      <dsp:nvSpPr>
        <dsp:cNvPr id="0" name=""/>
        <dsp:cNvSpPr/>
      </dsp:nvSpPr>
      <dsp:spPr>
        <a:xfrm>
          <a:off x="4975310" y="2503980"/>
          <a:ext cx="1049943" cy="52497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Herramientas y aplicaciones de la IA.</a:t>
          </a:r>
          <a:endParaRPr lang="en-US" sz="900" kern="1200"/>
        </a:p>
      </dsp:txBody>
      <dsp:txXfrm>
        <a:off x="5000937" y="2529607"/>
        <a:ext cx="998689" cy="473717"/>
      </dsp:txXfrm>
    </dsp:sp>
    <dsp:sp modelId="{3839F042-84FD-4D78-835B-FF2402851FD1}">
      <dsp:nvSpPr>
        <dsp:cNvPr id="0" name=""/>
        <dsp:cNvSpPr/>
      </dsp:nvSpPr>
      <dsp:spPr>
        <a:xfrm>
          <a:off x="4280786" y="3459910"/>
          <a:ext cx="1049943" cy="52497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b="1" kern="1200"/>
            <a:t>DOCENTE.</a:t>
          </a:r>
          <a:endParaRPr lang="en-US" sz="900" kern="1200"/>
        </a:p>
      </dsp:txBody>
      <dsp:txXfrm>
        <a:off x="4306413" y="3485537"/>
        <a:ext cx="998689" cy="473717"/>
      </dsp:txXfrm>
    </dsp:sp>
    <dsp:sp modelId="{CDCD2C7A-7AE0-483E-821F-A075C2F0DECC}">
      <dsp:nvSpPr>
        <dsp:cNvPr id="0" name=""/>
        <dsp:cNvSpPr/>
      </dsp:nvSpPr>
      <dsp:spPr>
        <a:xfrm>
          <a:off x="3157023" y="3825043"/>
          <a:ext cx="1049943" cy="52497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Dr. Gaddiel Desirena López</a:t>
          </a:r>
          <a:endParaRPr lang="en-US" sz="900" kern="1200"/>
        </a:p>
      </dsp:txBody>
      <dsp:txXfrm>
        <a:off x="3182650" y="3850670"/>
        <a:ext cx="998689" cy="473717"/>
      </dsp:txXfrm>
    </dsp:sp>
    <dsp:sp modelId="{531D8E29-AC87-4032-9EBD-E29263A8EE25}">
      <dsp:nvSpPr>
        <dsp:cNvPr id="0" name=""/>
        <dsp:cNvSpPr/>
      </dsp:nvSpPr>
      <dsp:spPr>
        <a:xfrm>
          <a:off x="2033259" y="3459910"/>
          <a:ext cx="1049943" cy="52497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b="1" kern="1200"/>
            <a:t>INTEGRANTES.</a:t>
          </a:r>
          <a:endParaRPr lang="en-US" sz="900" kern="1200"/>
        </a:p>
      </dsp:txBody>
      <dsp:txXfrm>
        <a:off x="2058886" y="3485537"/>
        <a:ext cx="998689" cy="473717"/>
      </dsp:txXfrm>
    </dsp:sp>
    <dsp:sp modelId="{8D16C8F3-4A06-4491-B440-A0443DF8567E}">
      <dsp:nvSpPr>
        <dsp:cNvPr id="0" name=""/>
        <dsp:cNvSpPr/>
      </dsp:nvSpPr>
      <dsp:spPr>
        <a:xfrm>
          <a:off x="1338736" y="2503980"/>
          <a:ext cx="1049943" cy="52497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Erick Chaparro Quintanar</a:t>
          </a:r>
          <a:endParaRPr lang="en-US" sz="900" kern="1200"/>
        </a:p>
      </dsp:txBody>
      <dsp:txXfrm>
        <a:off x="1364363" y="2529607"/>
        <a:ext cx="998689" cy="473717"/>
      </dsp:txXfrm>
    </dsp:sp>
    <dsp:sp modelId="{42D5012A-A7F5-4821-AEDD-9F621A891461}">
      <dsp:nvSpPr>
        <dsp:cNvPr id="0" name=""/>
        <dsp:cNvSpPr/>
      </dsp:nvSpPr>
      <dsp:spPr>
        <a:xfrm>
          <a:off x="1338736" y="1322385"/>
          <a:ext cx="1049943" cy="52497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Juan Manuel Alegría</a:t>
          </a:r>
          <a:endParaRPr lang="en-US" sz="900" kern="1200"/>
        </a:p>
      </dsp:txBody>
      <dsp:txXfrm>
        <a:off x="1364363" y="1348012"/>
        <a:ext cx="998689" cy="473717"/>
      </dsp:txXfrm>
    </dsp:sp>
    <dsp:sp modelId="{B92EF315-FA8C-4424-9F30-1CEBFAFA1DE5}">
      <dsp:nvSpPr>
        <dsp:cNvPr id="0" name=""/>
        <dsp:cNvSpPr/>
      </dsp:nvSpPr>
      <dsp:spPr>
        <a:xfrm>
          <a:off x="2033259" y="366455"/>
          <a:ext cx="1049943" cy="524971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900" kern="1200"/>
            <a:t>Liliana Mondragón Quintana</a:t>
          </a:r>
          <a:endParaRPr lang="en-US" sz="900" kern="1200"/>
        </a:p>
      </dsp:txBody>
      <dsp:txXfrm>
        <a:off x="2058886" y="392082"/>
        <a:ext cx="998689" cy="4737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68B95-3D93-F738-DD16-4E2E7127D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08FB27-5DBC-F7EB-D6E2-E128C81B75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28CA7D-7889-93E4-E293-12B2F4C5E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0003E7-E5F5-1682-9204-C72B9FE68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6FA918-01C9-8971-4CA5-A166BFD1F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1533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7C76E-0C7B-C525-EA8A-EE738CD7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2D3532-21CB-0AF5-C010-C7CA8100F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318135-7C27-7271-1DC6-01B304B13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8EBEC4-7EA7-0328-B96F-B9630014F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CBD7C7-27E5-FB05-3ED1-B3789751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5732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59354-3EB7-2BB0-4FFD-A4F6AA4A6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0D07FA-2960-8620-ABE6-9073E88FF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10E225-98EB-2603-59D5-6B938CBA8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1000B8-C92C-C2BA-A980-0605EAA1A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9EBBAF-3B4C-55CC-1B45-D5C676582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2114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4C5F28-9E31-B14A-4965-481A45EA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D72680-C565-3C27-4D89-8C0CA28DC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58D849-B5D6-362E-99E3-BAF1C98E45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8E4606-EE07-E488-C0E4-06CE1DE4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A52BAC5-7C78-9AA4-ED20-4E370DC26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9F2E8D-151B-FC19-440F-F31D2E9E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1779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1643B9-D54C-9054-DA95-B7C8C035D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6EC306-F977-3F64-A310-BE12EBA8F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038BBF-CE18-C0D2-7495-791D4F02A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50F3B15-D94C-8E21-215D-CB0A363A0D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F27AF1-4A6B-728C-775C-6089EAA6AD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9B333BC-253C-AD34-3573-372F9DDE0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60F5DA9-3223-2626-4D54-562F3F2A8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C1F173E-2433-96B0-9FA0-BBE20B72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22552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4CEBCB-FE1B-44EB-9217-A1C489C2F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2355BEC-B25F-C52C-F141-78B634E3C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F3C68E-CD6A-AD4A-968D-79E987582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0741B80-DF59-B8F4-0E14-C7272074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73103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B5690A0-23F3-E9FA-7427-E454A3098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4CB160C-AD11-5AD0-4C08-FE69311DC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5593B6-AD43-20DD-2DCD-2ED0492BA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5642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3BF60D-FDC6-88A1-B086-AB64144C1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5EE6C9-A6B2-F123-5076-0D9237C35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3DB8C6-BABB-1368-A404-6E3761C928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4D7ABB-7C62-2240-ACC9-3EA515CA1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0A42B8-1568-7D81-0A0D-FBB83A4D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82B618-F757-7901-8A2D-24AE79A0E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52885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C6712-766F-DD44-60AD-72925335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91B3B66-9A96-799C-335B-262D98AF7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01B3F3-5952-CB41-B14A-3DCC566EC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159BF80-DC84-73A5-8184-2B2239604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3D731F-DE69-21B5-AE2C-7EE98ECE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C2A34BB-E75B-9E41-0FCA-8452BA98B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8386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39339-74B1-8B9E-C918-1322B9B32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8F64CD-BB83-1DA1-A465-8FC061DF5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EC6BED-B63F-1D08-1224-1E805AA1B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4A9994-2AAD-361C-DECF-A9401B2C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A9CA4C-EC36-065F-F49B-DF98FFF80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69775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3C1D23-A7E5-CC1D-1FC7-E3D4ABD450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C9B32F-E2F1-5946-C1AE-4B37FDE5F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F3CFD1-743C-ECAC-AA62-124EA3F6E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BE5425-62D5-058D-54AB-BB991871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FF7B2C-A06E-2567-9B1E-8450A56C8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3702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C09F126-71A0-DBF0-5B97-13C96C03B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80F2FFC-C3C5-62ED-2C8E-037D8F63C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A5212B-14DE-87D0-890C-096C1D706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CB3D9-D018-4125-B874-49D0EDD4C4AE}" type="datetimeFigureOut">
              <a:rPr lang="es-MX" smtClean="0"/>
              <a:t>11/12/2025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6FCFAA-D21E-8AF2-C5CB-2C2674E2E5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63DCB2-00A7-A810-3482-A0EDBBC183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E2973-B50F-4C02-84A5-F9159448D3D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501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2" name="Rectangle 1041">
            <a:extLst>
              <a:ext uri="{FF2B5EF4-FFF2-40B4-BE49-F238E27FC236}">
                <a16:creationId xmlns:a16="http://schemas.microsoft.com/office/drawing/2014/main" id="{BFFB6EAD-767A-4A95-9246-C39976AD1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Dibujo de una persona&#10;&#10;El contenido generado por IA puede ser incorrecto.">
            <a:extLst>
              <a:ext uri="{FF2B5EF4-FFF2-40B4-BE49-F238E27FC236}">
                <a16:creationId xmlns:a16="http://schemas.microsoft.com/office/drawing/2014/main" id="{040155F7-F29E-D89F-2E7C-B72D244B9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06" r="6506"/>
          <a:stretch/>
        </p:blipFill>
        <p:spPr bwMode="auto">
          <a:xfrm>
            <a:off x="470464" y="311085"/>
            <a:ext cx="2565029" cy="2702989"/>
          </a:xfrm>
          <a:custGeom>
            <a:avLst/>
            <a:gdLst/>
            <a:ahLst/>
            <a:cxnLst/>
            <a:rect l="l" t="t" r="r" b="b"/>
            <a:pathLst>
              <a:path w="1964763" h="1856167">
                <a:moveTo>
                  <a:pt x="34265" y="0"/>
                </a:moveTo>
                <a:lnTo>
                  <a:pt x="1930498" y="0"/>
                </a:lnTo>
                <a:cubicBezTo>
                  <a:pt x="1949422" y="0"/>
                  <a:pt x="1964763" y="15341"/>
                  <a:pt x="1964763" y="34265"/>
                </a:cubicBezTo>
                <a:lnTo>
                  <a:pt x="1964763" y="1821902"/>
                </a:lnTo>
                <a:cubicBezTo>
                  <a:pt x="1964763" y="1840826"/>
                  <a:pt x="1949422" y="1856167"/>
                  <a:pt x="1930498" y="1856167"/>
                </a:cubicBezTo>
                <a:lnTo>
                  <a:pt x="34265" y="1856167"/>
                </a:lnTo>
                <a:cubicBezTo>
                  <a:pt x="15341" y="1856167"/>
                  <a:pt x="0" y="1840826"/>
                  <a:pt x="0" y="1821902"/>
                </a:cubicBezTo>
                <a:lnTo>
                  <a:pt x="0" y="34265"/>
                </a:lnTo>
                <a:cubicBezTo>
                  <a:pt x="0" y="15341"/>
                  <a:pt x="15341" y="0"/>
                  <a:pt x="3426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4" name="Freeform: Shape 1043">
            <a:extLst>
              <a:ext uri="{FF2B5EF4-FFF2-40B4-BE49-F238E27FC236}">
                <a16:creationId xmlns:a16="http://schemas.microsoft.com/office/drawing/2014/main" id="{07062BB1-E215-424E-80C4-7E1CF179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0301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46" name="Freeform: Shape 1045">
            <a:extLst>
              <a:ext uri="{FF2B5EF4-FFF2-40B4-BE49-F238E27FC236}">
                <a16:creationId xmlns:a16="http://schemas.microsoft.com/office/drawing/2014/main" id="{B368E167-B2D7-4904-BB6B-AE0486A2C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295758"/>
            <a:ext cx="1261243" cy="1648694"/>
          </a:xfrm>
          <a:custGeom>
            <a:avLst/>
            <a:gdLst>
              <a:gd name="connsiteX0" fmla="*/ 824347 w 1261243"/>
              <a:gd name="connsiteY0" fmla="*/ 0 h 1648694"/>
              <a:gd name="connsiteX1" fmla="*/ 1145220 w 1261243"/>
              <a:gd name="connsiteY1" fmla="*/ 64781 h 1648694"/>
              <a:gd name="connsiteX2" fmla="*/ 1261243 w 1261243"/>
              <a:gd name="connsiteY2" fmla="*/ 127757 h 1648694"/>
              <a:gd name="connsiteX3" fmla="*/ 1261243 w 1261243"/>
              <a:gd name="connsiteY3" fmla="*/ 1520938 h 1648694"/>
              <a:gd name="connsiteX4" fmla="*/ 1145220 w 1261243"/>
              <a:gd name="connsiteY4" fmla="*/ 1583913 h 1648694"/>
              <a:gd name="connsiteX5" fmla="*/ 824347 w 1261243"/>
              <a:gd name="connsiteY5" fmla="*/ 1648694 h 1648694"/>
              <a:gd name="connsiteX6" fmla="*/ 0 w 1261243"/>
              <a:gd name="connsiteY6" fmla="*/ 824347 h 1648694"/>
              <a:gd name="connsiteX7" fmla="*/ 824347 w 1261243"/>
              <a:gd name="connsiteY7" fmla="*/ 0 h 1648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61243" h="1648694">
                <a:moveTo>
                  <a:pt x="824347" y="0"/>
                </a:moveTo>
                <a:cubicBezTo>
                  <a:pt x="938165" y="0"/>
                  <a:pt x="1046596" y="23067"/>
                  <a:pt x="1145220" y="64781"/>
                </a:cubicBezTo>
                <a:lnTo>
                  <a:pt x="1261243" y="127757"/>
                </a:lnTo>
                <a:lnTo>
                  <a:pt x="1261243" y="1520938"/>
                </a:lnTo>
                <a:lnTo>
                  <a:pt x="1145220" y="1583913"/>
                </a:lnTo>
                <a:cubicBezTo>
                  <a:pt x="1046596" y="1625627"/>
                  <a:pt x="938165" y="1648694"/>
                  <a:pt x="824347" y="1648694"/>
                </a:cubicBezTo>
                <a:cubicBezTo>
                  <a:pt x="369073" y="1648694"/>
                  <a:pt x="0" y="1279621"/>
                  <a:pt x="0" y="824347"/>
                </a:cubicBezTo>
                <a:cubicBezTo>
                  <a:pt x="0" y="369073"/>
                  <a:pt x="369073" y="0"/>
                  <a:pt x="824347" y="0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8" name="Oval 1047">
            <a:extLst>
              <a:ext uri="{FF2B5EF4-FFF2-40B4-BE49-F238E27FC236}">
                <a16:creationId xmlns:a16="http://schemas.microsoft.com/office/drawing/2014/main" id="{6FD0FBFA-B43E-40C1-A6E4-B88234171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112432" y="4748447"/>
            <a:ext cx="569514" cy="569514"/>
          </a:xfrm>
          <a:prstGeom prst="ellipse">
            <a:avLst/>
          </a:prstGeom>
          <a:noFill/>
          <a:ln w="127000">
            <a:solidFill>
              <a:schemeClr val="accent5">
                <a:alpha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 descr="El consumo energético de la IA generativa | Observatorio IA">
            <a:extLst>
              <a:ext uri="{FF2B5EF4-FFF2-40B4-BE49-F238E27FC236}">
                <a16:creationId xmlns:a16="http://schemas.microsoft.com/office/drawing/2014/main" id="{AB90D7A0-D291-C401-9F12-1E46B2818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 bwMode="auto">
          <a:xfrm>
            <a:off x="3462220" y="2209653"/>
            <a:ext cx="2565029" cy="2565029"/>
          </a:xfrm>
          <a:custGeom>
            <a:avLst/>
            <a:gdLst/>
            <a:ahLst/>
            <a:cxnLst/>
            <a:rect l="l" t="t" r="r" b="b"/>
            <a:pathLst>
              <a:path w="1964763" h="1856167">
                <a:moveTo>
                  <a:pt x="34265" y="0"/>
                </a:moveTo>
                <a:lnTo>
                  <a:pt x="1930498" y="0"/>
                </a:lnTo>
                <a:cubicBezTo>
                  <a:pt x="1949422" y="0"/>
                  <a:pt x="1964763" y="15341"/>
                  <a:pt x="1964763" y="34265"/>
                </a:cubicBezTo>
                <a:lnTo>
                  <a:pt x="1964763" y="1821902"/>
                </a:lnTo>
                <a:cubicBezTo>
                  <a:pt x="1964763" y="1840826"/>
                  <a:pt x="1949422" y="1856167"/>
                  <a:pt x="1930498" y="1856167"/>
                </a:cubicBezTo>
                <a:lnTo>
                  <a:pt x="34265" y="1856167"/>
                </a:lnTo>
                <a:cubicBezTo>
                  <a:pt x="15341" y="1856167"/>
                  <a:pt x="0" y="1840826"/>
                  <a:pt x="0" y="1821902"/>
                </a:cubicBezTo>
                <a:lnTo>
                  <a:pt x="0" y="34265"/>
                </a:lnTo>
                <a:cubicBezTo>
                  <a:pt x="0" y="15341"/>
                  <a:pt x="15341" y="0"/>
                  <a:pt x="3426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0" name="Freeform: Shape 1049">
            <a:extLst>
              <a:ext uri="{FF2B5EF4-FFF2-40B4-BE49-F238E27FC236}">
                <a16:creationId xmlns:a16="http://schemas.microsoft.com/office/drawing/2014/main" id="{70A21480-D93D-46BE-9A94-B5A80469D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52" name="Freeform: Shape 1051">
            <a:extLst>
              <a:ext uri="{FF2B5EF4-FFF2-40B4-BE49-F238E27FC236}">
                <a16:creationId xmlns:a16="http://schemas.microsoft.com/office/drawing/2014/main" id="{33E49524-66B4-4DB0-AD09-DC8B9874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98354" y="6039059"/>
            <a:ext cx="1978348" cy="818941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54" name="Freeform: Shape 1053">
            <a:extLst>
              <a:ext uri="{FF2B5EF4-FFF2-40B4-BE49-F238E27FC236}">
                <a16:creationId xmlns:a16="http://schemas.microsoft.com/office/drawing/2014/main" id="{E5EBF8F5-ABE5-4029-A8FC-4E32622D7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36562" flipH="1">
            <a:off x="3441866" y="5166681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1030" name="CuadroTexto 6">
            <a:extLst>
              <a:ext uri="{FF2B5EF4-FFF2-40B4-BE49-F238E27FC236}">
                <a16:creationId xmlns:a16="http://schemas.microsoft.com/office/drawing/2014/main" id="{DCE6E820-B96B-3B20-B6B8-36FC83622E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95948227"/>
              </p:ext>
            </p:extLst>
          </p:nvPr>
        </p:nvGraphicFramePr>
        <p:xfrm>
          <a:off x="4184542" y="1946684"/>
          <a:ext cx="736399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17362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13A76A5-A626-2774-9F45-E712A37E4D3E}"/>
              </a:ext>
            </a:extLst>
          </p:cNvPr>
          <p:cNvSpPr txBox="1"/>
          <p:nvPr/>
        </p:nvSpPr>
        <p:spPr>
          <a:xfrm>
            <a:off x="423081" y="655093"/>
            <a:ext cx="1115022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Proyecto final de aplicación: </a:t>
            </a:r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Reconocimiento de dígitos</a:t>
            </a:r>
          </a:p>
          <a:p>
            <a:pPr algn="just"/>
            <a:endParaRPr lang="es-MX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just"/>
            <a:r>
              <a:rPr lang="es-MX" sz="28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Descripción:</a:t>
            </a:r>
            <a:r>
              <a:rPr lang="es-MX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Desarrolla un modelo de IA capaz de reconocer dígitos a mano, usando un conjunto de datos creado por el equipo.</a:t>
            </a:r>
            <a:endParaRPr lang="es-MX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340BB6C-AE4A-9092-C0B9-E45D142E41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87" t="26456" r="35075" b="18791"/>
          <a:stretch/>
        </p:blipFill>
        <p:spPr>
          <a:xfrm>
            <a:off x="3155152" y="2892065"/>
            <a:ext cx="4844955" cy="375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121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EFE20EC-DC72-2B0E-C542-586DB9F8BFBC}"/>
              </a:ext>
            </a:extLst>
          </p:cNvPr>
          <p:cNvSpPr txBox="1"/>
          <p:nvPr/>
        </p:nvSpPr>
        <p:spPr>
          <a:xfrm>
            <a:off x="172872" y="0"/>
            <a:ext cx="11846255" cy="64677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es-MX" sz="28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Requisitos: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Crear conjunto de datos con los dígitos 0,1,2,3,4,5,6,7,8,9 estas deben ser imágenes (al menos 15 imágenes por dígito).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Leer las imágenes con open </a:t>
            </a:r>
            <a:r>
              <a:rPr lang="es-MX" sz="28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cv</a:t>
            </a:r>
            <a:r>
              <a:rPr lang="es-MX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con el objetivo de entrenar un modelo de aprendizaje automático.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Convierta las imágenes en blanco y negro, genere un conjunto de datos con la información de los píxeles y el objetivo (el dígito).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Crear un modelo de SVM </a:t>
            </a:r>
            <a:r>
              <a:rPr lang="es-MX" sz="28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ó</a:t>
            </a:r>
            <a:r>
              <a:rPr lang="es-MX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Red Neuronal, guardar el modelo.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 modelo entrenado crear un archivo .</a:t>
            </a:r>
            <a:r>
              <a:rPr lang="es-MX" sz="28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</a:t>
            </a:r>
            <a:r>
              <a:rPr lang="es-MX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usando open </a:t>
            </a:r>
            <a:r>
              <a:rPr lang="es-MX" sz="2800" b="0" i="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cv</a:t>
            </a:r>
            <a:r>
              <a:rPr lang="es-MX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para escribir por pantalla el dígito y obtener la predicción usando</a:t>
            </a:r>
          </a:p>
        </p:txBody>
      </p:sp>
    </p:spTree>
    <p:extLst>
      <p:ext uri="{BB962C8B-B14F-4D97-AF65-F5344CB8AC3E}">
        <p14:creationId xmlns:p14="http://schemas.microsoft.com/office/powerpoint/2010/main" val="1602062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BC92650-DB82-B917-95D1-EA5600BEFF6B}"/>
              </a:ext>
            </a:extLst>
          </p:cNvPr>
          <p:cNvSpPr txBox="1"/>
          <p:nvPr/>
        </p:nvSpPr>
        <p:spPr>
          <a:xfrm>
            <a:off x="336644" y="321060"/>
            <a:ext cx="11518711" cy="3451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MX" sz="28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Condiciones de entrega: </a:t>
            </a:r>
          </a:p>
          <a:p>
            <a:pPr algn="l"/>
            <a:endParaRPr lang="es-MX" sz="2800" b="1" i="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 proyecto se realiza en equipo.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Subir a la plataforma ALINCO un archivo </a:t>
            </a:r>
            <a:r>
              <a:rPr lang="es-MX" sz="2800" b="1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.zip</a:t>
            </a:r>
            <a:r>
              <a:rPr lang="es-MX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 con el código, diapositivas y reporte.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s-MX" sz="2800" b="0" i="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Presentar el código y funcionamiento en una videollamada.</a:t>
            </a:r>
          </a:p>
        </p:txBody>
      </p:sp>
      <p:pic>
        <p:nvPicPr>
          <p:cNvPr id="2050" name="Picture 2" descr="Qué son las redes neuronales y sus funciones - ATRIA Innovation">
            <a:extLst>
              <a:ext uri="{FF2B5EF4-FFF2-40B4-BE49-F238E27FC236}">
                <a16:creationId xmlns:a16="http://schemas.microsoft.com/office/drawing/2014/main" id="{F8CB31FA-105E-6DEF-3AA5-72372CF884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86"/>
          <a:stretch/>
        </p:blipFill>
        <p:spPr bwMode="auto">
          <a:xfrm>
            <a:off x="3534770" y="3735115"/>
            <a:ext cx="4408228" cy="3031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129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482E3EF-FC7F-7EC6-7FD5-4CE89F0BBEBF}"/>
              </a:ext>
            </a:extLst>
          </p:cNvPr>
          <p:cNvSpPr txBox="1"/>
          <p:nvPr/>
        </p:nvSpPr>
        <p:spPr>
          <a:xfrm>
            <a:off x="914400" y="2474893"/>
            <a:ext cx="1084997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continuación mostraremos una serie de imágenes relacionadas con el proyecto desarrollado.</a:t>
            </a:r>
          </a:p>
        </p:txBody>
      </p:sp>
    </p:spTree>
    <p:extLst>
      <p:ext uri="{BB962C8B-B14F-4D97-AF65-F5344CB8AC3E}">
        <p14:creationId xmlns:p14="http://schemas.microsoft.com/office/powerpoint/2010/main" val="1980703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04E971A-DBCF-D965-63BB-2A90DF0F8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3277" y="176212"/>
            <a:ext cx="3924300" cy="65055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0C585DE-7A32-13EA-117F-D167DAFD96DD}"/>
              </a:ext>
            </a:extLst>
          </p:cNvPr>
          <p:cNvSpPr txBox="1"/>
          <p:nvPr/>
        </p:nvSpPr>
        <p:spPr>
          <a:xfrm>
            <a:off x="272955" y="532263"/>
            <a:ext cx="6114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Estructura del directorio del proyecto.</a:t>
            </a:r>
          </a:p>
        </p:txBody>
      </p:sp>
    </p:spTree>
    <p:extLst>
      <p:ext uri="{BB962C8B-B14F-4D97-AF65-F5344CB8AC3E}">
        <p14:creationId xmlns:p14="http://schemas.microsoft.com/office/powerpoint/2010/main" val="3149790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9EF0BA7-A2F9-F94F-7E38-EF1F4719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1584" y="195262"/>
            <a:ext cx="7924800" cy="64674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52657F2-9FAE-7401-F4A4-9745BFCA98BB}"/>
              </a:ext>
            </a:extLst>
          </p:cNvPr>
          <p:cNvSpPr txBox="1"/>
          <p:nvPr/>
        </p:nvSpPr>
        <p:spPr>
          <a:xfrm>
            <a:off x="313899" y="2142699"/>
            <a:ext cx="35620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 del código de Capturar Números</a:t>
            </a:r>
          </a:p>
        </p:txBody>
      </p:sp>
    </p:spTree>
    <p:extLst>
      <p:ext uri="{BB962C8B-B14F-4D97-AF65-F5344CB8AC3E}">
        <p14:creationId xmlns:p14="http://schemas.microsoft.com/office/powerpoint/2010/main" val="1951743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BFF15A7-281E-D5C7-D959-AD80D21B8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28" y="774241"/>
            <a:ext cx="10463284" cy="5882724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6ABBD797-A4F4-6376-9225-C5EEEE3E36B5}"/>
              </a:ext>
            </a:extLst>
          </p:cNvPr>
          <p:cNvSpPr txBox="1"/>
          <p:nvPr/>
        </p:nvSpPr>
        <p:spPr>
          <a:xfrm>
            <a:off x="1182806" y="95534"/>
            <a:ext cx="9826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Ventana donde se captura los números y se almacenan.</a:t>
            </a:r>
          </a:p>
        </p:txBody>
      </p:sp>
    </p:spTree>
    <p:extLst>
      <p:ext uri="{BB962C8B-B14F-4D97-AF65-F5344CB8AC3E}">
        <p14:creationId xmlns:p14="http://schemas.microsoft.com/office/powerpoint/2010/main" val="2463414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59449EE-2726-8889-47A4-4D7645A7F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574" y="537909"/>
            <a:ext cx="11104728" cy="624336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C5CA6AE4-25A7-0AE3-000D-5FA60FF17E77}"/>
              </a:ext>
            </a:extLst>
          </p:cNvPr>
          <p:cNvSpPr txBox="1"/>
          <p:nvPr/>
        </p:nvSpPr>
        <p:spPr>
          <a:xfrm>
            <a:off x="232012" y="95534"/>
            <a:ext cx="11627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Muestra cuando se almacena una nueva imagen y las ya almacenadas.</a:t>
            </a:r>
          </a:p>
        </p:txBody>
      </p:sp>
    </p:spTree>
    <p:extLst>
      <p:ext uri="{BB962C8B-B14F-4D97-AF65-F5344CB8AC3E}">
        <p14:creationId xmlns:p14="http://schemas.microsoft.com/office/powerpoint/2010/main" val="93860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90EA352-68F6-C77F-6211-543EAF0DAD5F}"/>
              </a:ext>
            </a:extLst>
          </p:cNvPr>
          <p:cNvSpPr txBox="1"/>
          <p:nvPr/>
        </p:nvSpPr>
        <p:spPr>
          <a:xfrm>
            <a:off x="131019" y="2184902"/>
            <a:ext cx="35620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 del código de procesamiento de imágenes.</a:t>
            </a:r>
          </a:p>
        </p:txBody>
      </p:sp>
      <p:pic>
        <p:nvPicPr>
          <p:cNvPr id="5" name="Imagen 4" descr="Texto">
            <a:extLst>
              <a:ext uri="{FF2B5EF4-FFF2-40B4-BE49-F238E27FC236}">
                <a16:creationId xmlns:a16="http://schemas.microsoft.com/office/drawing/2014/main" id="{3E647216-3DA8-9516-EE9E-7E724B47B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964" y="403957"/>
            <a:ext cx="8316036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406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50B0F70-6667-F3DA-3E2A-1294519A1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675" y="1938337"/>
            <a:ext cx="9010650" cy="29813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D7255E5-56C2-F478-C850-1E071F5EC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287" y="1599062"/>
            <a:ext cx="9115425" cy="47244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3AF7B522-3F2D-3665-9FDB-0C8D468F0A59}"/>
              </a:ext>
            </a:extLst>
          </p:cNvPr>
          <p:cNvSpPr txBox="1"/>
          <p:nvPr/>
        </p:nvSpPr>
        <p:spPr>
          <a:xfrm>
            <a:off x="641444" y="534537"/>
            <a:ext cx="11204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Muestra las carpetas encontradas y los dígitos encontrados</a:t>
            </a:r>
          </a:p>
        </p:txBody>
      </p:sp>
    </p:spTree>
    <p:extLst>
      <p:ext uri="{BB962C8B-B14F-4D97-AF65-F5344CB8AC3E}">
        <p14:creationId xmlns:p14="http://schemas.microsoft.com/office/powerpoint/2010/main" val="684246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0EFC8B95-17C5-08F7-A692-97C15FD8B860}"/>
              </a:ext>
            </a:extLst>
          </p:cNvPr>
          <p:cNvSpPr txBox="1"/>
          <p:nvPr/>
        </p:nvSpPr>
        <p:spPr>
          <a:xfrm>
            <a:off x="313899" y="2142699"/>
            <a:ext cx="35620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 del código de Entrenar Modelo SVC, esta lógica se encapsulo en la clase </a:t>
            </a:r>
            <a:r>
              <a:rPr lang="es-MX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ML_Predict</a:t>
            </a:r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DC7A4E7A-BDAD-9363-EEC6-21FC786BE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501" y="0"/>
            <a:ext cx="7747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62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70190F9-F668-0F42-DA98-BB96E8C2E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571" y="2219609"/>
            <a:ext cx="5362575" cy="44386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7F46066-1ED8-2750-4E0A-6BBAC0B6B9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33" t="22941" r="24894" b="4765"/>
          <a:stretch/>
        </p:blipFill>
        <p:spPr>
          <a:xfrm>
            <a:off x="228737" y="275874"/>
            <a:ext cx="5456555" cy="416306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1FF1787F-5117-A78D-3F31-3887068C9176}"/>
              </a:ext>
            </a:extLst>
          </p:cNvPr>
          <p:cNvSpPr txBox="1"/>
          <p:nvPr/>
        </p:nvSpPr>
        <p:spPr>
          <a:xfrm>
            <a:off x="228737" y="5063320"/>
            <a:ext cx="52713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Muestra como se carga y entrena el modelo.</a:t>
            </a:r>
          </a:p>
        </p:txBody>
      </p:sp>
    </p:spTree>
    <p:extLst>
      <p:ext uri="{BB962C8B-B14F-4D97-AF65-F5344CB8AC3E}">
        <p14:creationId xmlns:p14="http://schemas.microsoft.com/office/powerpoint/2010/main" val="2928789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D2EBFD9-47F7-F2B5-BFF7-69EF25833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827" y="566737"/>
            <a:ext cx="7962900" cy="572452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6D2585C-D3FE-E1A5-2040-7B234784A238}"/>
              </a:ext>
            </a:extLst>
          </p:cNvPr>
          <p:cNvSpPr txBox="1"/>
          <p:nvPr/>
        </p:nvSpPr>
        <p:spPr>
          <a:xfrm>
            <a:off x="313899" y="2142699"/>
            <a:ext cx="35620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 del código de </a:t>
            </a:r>
            <a:r>
              <a:rPr lang="es-MX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ML_Predict</a:t>
            </a:r>
            <a:endParaRPr lang="es-MX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064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C8DA786-76D3-2EC3-A232-E42C7E3E362C}"/>
              </a:ext>
            </a:extLst>
          </p:cNvPr>
          <p:cNvSpPr txBox="1"/>
          <p:nvPr/>
        </p:nvSpPr>
        <p:spPr>
          <a:xfrm>
            <a:off x="477672" y="231265"/>
            <a:ext cx="11518709" cy="6168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ctr">
              <a:lnSpc>
                <a:spcPct val="107000"/>
              </a:lnSpc>
              <a:spcAft>
                <a:spcPts val="800"/>
              </a:spcAft>
            </a:pPr>
            <a:r>
              <a:rPr lang="es-MX" sz="2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ML_Predict.py</a:t>
            </a:r>
          </a:p>
          <a:p>
            <a:pPr indent="449580">
              <a:lnSpc>
                <a:spcPct val="107000"/>
              </a:lnSpc>
              <a:spcAft>
                <a:spcPts val="800"/>
              </a:spcAft>
            </a:pPr>
            <a:endParaRPr lang="es-MX" sz="28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0" indent="-457200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 ML_Predict que encapsula todo el flujo de SVM para reconocimiento de dígitos.</a:t>
            </a:r>
          </a:p>
          <a:p>
            <a:pPr marL="457200" lvl="0" indent="-457200">
              <a:lnSpc>
                <a:spcPct val="150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Permite:</a:t>
            </a:r>
          </a:p>
          <a:p>
            <a:pPr marL="971550" lvl="1" indent="-51435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4572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Cargar datos de </a:t>
            </a:r>
            <a:r>
              <a:rPr lang="es-MX" sz="2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imagenesnumeros_data.npz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971550" lvl="1" indent="-51435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Entrenar un SVM con </a:t>
            </a:r>
            <a:r>
              <a:rPr lang="es-MX" sz="2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kernel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RBF (</a:t>
            </a:r>
            <a:r>
              <a:rPr lang="es-MX" sz="2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Entrenar_Modelo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971550" lvl="1" indent="-51435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Guardar el modelo entrenado (.</a:t>
            </a:r>
            <a:r>
              <a:rPr lang="es-MX" sz="2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pkl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971550" lvl="1" indent="-51435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Procesar imágenes nuevas y predecir dígitos (</a:t>
            </a:r>
            <a:r>
              <a:rPr lang="es-MX" sz="2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Predecir_Digito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  <a:endParaRPr lang="es-MX" sz="11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086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1B3329E-DDBD-5878-5C5C-0B057C52B1C8}"/>
              </a:ext>
            </a:extLst>
          </p:cNvPr>
          <p:cNvSpPr txBox="1"/>
          <p:nvPr/>
        </p:nvSpPr>
        <p:spPr>
          <a:xfrm>
            <a:off x="313899" y="2142699"/>
            <a:ext cx="356206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 del código de Predecir Número, este método se encuentra en la clase </a:t>
            </a:r>
            <a:r>
              <a:rPr lang="es-MX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ML_Predict</a:t>
            </a:r>
            <a:endParaRPr lang="es-MX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E5E1E04-BE5B-DAA9-6B7F-3FE94BE9C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954" y="85258"/>
            <a:ext cx="6392167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270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D1A7D1A-B8FB-B124-8086-06A0FD562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144" y="536954"/>
            <a:ext cx="8067675" cy="54292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81A3DA8-DF85-AC01-7820-7C1A0FE58141}"/>
              </a:ext>
            </a:extLst>
          </p:cNvPr>
          <p:cNvSpPr txBox="1"/>
          <p:nvPr/>
        </p:nvSpPr>
        <p:spPr>
          <a:xfrm>
            <a:off x="313899" y="2142699"/>
            <a:ext cx="35620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Parte del código de Reconocimiento Números</a:t>
            </a:r>
          </a:p>
        </p:txBody>
      </p:sp>
    </p:spTree>
    <p:extLst>
      <p:ext uri="{BB962C8B-B14F-4D97-AF65-F5344CB8AC3E}">
        <p14:creationId xmlns:p14="http://schemas.microsoft.com/office/powerpoint/2010/main" val="4102612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E2607FA-AF1A-FD6A-81A5-943A4C146B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705" y="2041336"/>
            <a:ext cx="8943975" cy="386715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8123FB0A-0E78-F870-6844-A5392EDD9643}"/>
              </a:ext>
            </a:extLst>
          </p:cNvPr>
          <p:cNvSpPr txBox="1"/>
          <p:nvPr/>
        </p:nvSpPr>
        <p:spPr>
          <a:xfrm>
            <a:off x="504967" y="472460"/>
            <a:ext cx="11518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Muestra que encontró el modelo y las carpetas, comienza a procesarlo</a:t>
            </a:r>
          </a:p>
        </p:txBody>
      </p:sp>
    </p:spTree>
    <p:extLst>
      <p:ext uri="{BB962C8B-B14F-4D97-AF65-F5344CB8AC3E}">
        <p14:creationId xmlns:p14="http://schemas.microsoft.com/office/powerpoint/2010/main" val="13181861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ECB9070-CAE9-92CA-647B-DD4B1778F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571" y="757165"/>
            <a:ext cx="5904934" cy="534367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7074860-68BC-B85B-2AE4-10A6AA246C93}"/>
              </a:ext>
            </a:extLst>
          </p:cNvPr>
          <p:cNvSpPr txBox="1"/>
          <p:nvPr/>
        </p:nvSpPr>
        <p:spPr>
          <a:xfrm>
            <a:off x="313899" y="2142699"/>
            <a:ext cx="48995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Marca que inicio la carga de imágenes</a:t>
            </a:r>
          </a:p>
        </p:txBody>
      </p:sp>
    </p:spTree>
    <p:extLst>
      <p:ext uri="{BB962C8B-B14F-4D97-AF65-F5344CB8AC3E}">
        <p14:creationId xmlns:p14="http://schemas.microsoft.com/office/powerpoint/2010/main" val="37239149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0C93E8E-3BEA-AA22-75E6-B51AC803BB08}"/>
              </a:ext>
            </a:extLst>
          </p:cNvPr>
          <p:cNvSpPr txBox="1"/>
          <p:nvPr/>
        </p:nvSpPr>
        <p:spPr>
          <a:xfrm>
            <a:off x="227463" y="708937"/>
            <a:ext cx="11737073" cy="5522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ctr">
              <a:lnSpc>
                <a:spcPct val="107000"/>
              </a:lnSpc>
              <a:spcAft>
                <a:spcPts val="800"/>
              </a:spcAft>
            </a:pPr>
            <a:r>
              <a:rPr lang="es-MX" sz="2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ReconocimientoNumeros.py</a:t>
            </a:r>
          </a:p>
          <a:p>
            <a:pPr indent="449580" algn="ctr">
              <a:lnSpc>
                <a:spcPct val="107000"/>
              </a:lnSpc>
              <a:spcAft>
                <a:spcPts val="800"/>
              </a:spcAft>
            </a:pPr>
            <a:endParaRPr lang="es-MX" sz="28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0" indent="-457200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Interfaz gráfica en </a:t>
            </a:r>
            <a:r>
              <a:rPr lang="es-MX" sz="2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Tkinter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para:</a:t>
            </a:r>
          </a:p>
          <a:p>
            <a:pPr marL="1028700" lvl="1" indent="-57150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romanUcPeriod"/>
              <a:tabLst>
                <a:tab pos="9144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Dibujar dígitos a mano.</a:t>
            </a:r>
          </a:p>
          <a:p>
            <a:pPr marL="1028700" lvl="1" indent="-57150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romanUcPeriod"/>
              <a:tabLst>
                <a:tab pos="9144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Limpiar, guardar y predecir dibujos.</a:t>
            </a:r>
          </a:p>
          <a:p>
            <a:pPr marL="1028700" lvl="1" indent="-57150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romanUcPeriod"/>
              <a:tabLst>
                <a:tab pos="9144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Entrenar modelos SVM o CNN desde la interfaz.</a:t>
            </a:r>
          </a:p>
          <a:p>
            <a:pPr marL="1028700" lvl="1" indent="-571500">
              <a:lnSpc>
                <a:spcPct val="150000"/>
              </a:lnSpc>
              <a:spcAft>
                <a:spcPts val="800"/>
              </a:spcAft>
              <a:buSzPts val="1000"/>
              <a:buFont typeface="+mj-lt"/>
              <a:buAutoNum type="romanUcPeriod"/>
              <a:tabLst>
                <a:tab pos="9144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Visualizar </a:t>
            </a:r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ataset en un </a:t>
            </a:r>
            <a:r>
              <a:rPr lang="es-MX" sz="2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Treeview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pPr marL="457200" lvl="0" indent="-457200">
              <a:lnSpc>
                <a:spcPct val="150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Integra ML_Predict (SVM) y </a:t>
            </a:r>
            <a:r>
              <a:rPr lang="es-MX" sz="2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TFMnist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(CNN).</a:t>
            </a:r>
            <a:endParaRPr lang="es-MX" sz="11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316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69E7EE2-CF6F-C5B2-50D6-B69798E1674E}"/>
              </a:ext>
            </a:extLst>
          </p:cNvPr>
          <p:cNvSpPr txBox="1"/>
          <p:nvPr/>
        </p:nvSpPr>
        <p:spPr>
          <a:xfrm>
            <a:off x="404883" y="278361"/>
            <a:ext cx="11382233" cy="5840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ctr">
              <a:lnSpc>
                <a:spcPct val="107000"/>
              </a:lnSpc>
              <a:spcAft>
                <a:spcPts val="800"/>
              </a:spcAft>
            </a:pPr>
            <a:r>
              <a:rPr lang="es-MX" sz="2800" b="1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TFMnist.py</a:t>
            </a:r>
          </a:p>
          <a:p>
            <a:pPr indent="449580" algn="ctr">
              <a:lnSpc>
                <a:spcPct val="107000"/>
              </a:lnSpc>
              <a:spcAft>
                <a:spcPts val="800"/>
              </a:spcAft>
            </a:pPr>
            <a:endParaRPr lang="es-MX" sz="2800" dirty="0">
              <a:effectLst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 </a:t>
            </a:r>
            <a:r>
              <a:rPr lang="es-MX" sz="2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TFMnist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para entrenar y usar una CNN con </a:t>
            </a:r>
            <a:r>
              <a:rPr lang="es-MX" sz="28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el </a:t>
            </a:r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s-MX" sz="280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ataset 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MNIST.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Preprocesa imágenes (redimensiona a 28×28, escala de grises, normaliza) y las transforma al formato (28,28,1) requerido por la CNN.</a:t>
            </a:r>
          </a:p>
          <a:p>
            <a:pPr marL="457200" lvl="0" indent="-457200">
              <a:lnSpc>
                <a:spcPct val="107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ü"/>
              <a:tabLst>
                <a:tab pos="4572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Permite:</a:t>
            </a:r>
          </a:p>
          <a:p>
            <a:pPr marL="971550" lvl="1" indent="-514350">
              <a:lnSpc>
                <a:spcPct val="107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Entrenar un modelo CNN (Conv2D + </a:t>
            </a:r>
            <a:r>
              <a:rPr lang="es-MX" sz="2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MaxPooling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+ Dense + </a:t>
            </a:r>
            <a:r>
              <a:rPr lang="es-MX" sz="2800" dirty="0" err="1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Dropout</a:t>
            </a: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pPr marL="971550" lvl="1" indent="-514350">
              <a:lnSpc>
                <a:spcPct val="107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Guardar/recuperar el modelo (modelo_mnist.h5).</a:t>
            </a:r>
          </a:p>
          <a:p>
            <a:pPr marL="971550" lvl="1" indent="-514350">
              <a:lnSpc>
                <a:spcPct val="107000"/>
              </a:lnSpc>
              <a:spcAft>
                <a:spcPts val="800"/>
              </a:spcAft>
              <a:buSzPts val="1000"/>
              <a:buFont typeface="+mj-lt"/>
              <a:buAutoNum type="arabicPeriod"/>
              <a:tabLst>
                <a:tab pos="914400" algn="l"/>
              </a:tabLst>
            </a:pPr>
            <a:r>
              <a:rPr lang="es-MX" sz="2800" dirty="0">
                <a:effectLst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Predecir dígitos de imágenes nuevas.</a:t>
            </a:r>
          </a:p>
        </p:txBody>
      </p:sp>
    </p:spTree>
    <p:extLst>
      <p:ext uri="{BB962C8B-B14F-4D97-AF65-F5344CB8AC3E}">
        <p14:creationId xmlns:p14="http://schemas.microsoft.com/office/powerpoint/2010/main" val="2236539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xto&#10;&#10;El contenido generado por IA puede ser incorrecto.">
            <a:extLst>
              <a:ext uri="{FF2B5EF4-FFF2-40B4-BE49-F238E27FC236}">
                <a16:creationId xmlns:a16="http://schemas.microsoft.com/office/drawing/2014/main" id="{F1916BC1-8B2A-D29F-8F2A-CCB5121A1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158" y="0"/>
            <a:ext cx="4971684" cy="6858000"/>
          </a:xfrm>
          <a:prstGeom prst="rect">
            <a:avLst/>
          </a:prstGeom>
        </p:spPr>
      </p:pic>
      <p:pic>
        <p:nvPicPr>
          <p:cNvPr id="5" name="Imagen 4" descr="Texto&#10;&#10;El contenido generado por IA puede ser incorrecto.">
            <a:extLst>
              <a:ext uri="{FF2B5EF4-FFF2-40B4-BE49-F238E27FC236}">
                <a16:creationId xmlns:a16="http://schemas.microsoft.com/office/drawing/2014/main" id="{AF6F1960-7960-0EBD-7717-D6B9E1738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158" y="0"/>
            <a:ext cx="4971684" cy="6858000"/>
          </a:xfrm>
          <a:prstGeom prst="rect">
            <a:avLst/>
          </a:prstGeom>
        </p:spPr>
      </p:pic>
      <p:pic>
        <p:nvPicPr>
          <p:cNvPr id="7" name="Imagen 6" descr="Texto&#10;&#10;El contenido generado por IA puede ser incorrecto.">
            <a:extLst>
              <a:ext uri="{FF2B5EF4-FFF2-40B4-BE49-F238E27FC236}">
                <a16:creationId xmlns:a16="http://schemas.microsoft.com/office/drawing/2014/main" id="{0BFAE5B6-5F24-29A2-5530-AFB88DC4D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158" y="0"/>
            <a:ext cx="4971684" cy="6858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467751C-C715-E845-02D8-E24434C95F80}"/>
              </a:ext>
            </a:extLst>
          </p:cNvPr>
          <p:cNvSpPr txBox="1"/>
          <p:nvPr/>
        </p:nvSpPr>
        <p:spPr>
          <a:xfrm>
            <a:off x="313899" y="2142699"/>
            <a:ext cx="35620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Creación del modelo CNN en la clase </a:t>
            </a:r>
            <a:r>
              <a:rPr lang="es-MX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TFMnist</a:t>
            </a:r>
            <a:endParaRPr lang="es-MX" sz="2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19978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319</TotalTime>
  <Words>537</Words>
  <Application>Microsoft Office PowerPoint</Application>
  <PresentationFormat>Panorámica</PresentationFormat>
  <Paragraphs>63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Aptos</vt:lpstr>
      <vt:lpstr>Aptos Display</vt:lpstr>
      <vt:lpstr>Arial</vt:lpstr>
      <vt:lpstr>Courier New</vt:lpstr>
      <vt:lpstr>Tahoma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Liliana Mondragon Quintana</dc:creator>
  <cp:lastModifiedBy>ERICK CHAPARRO</cp:lastModifiedBy>
  <cp:revision>7</cp:revision>
  <dcterms:created xsi:type="dcterms:W3CDTF">2025-12-04T03:41:23Z</dcterms:created>
  <dcterms:modified xsi:type="dcterms:W3CDTF">2025-12-12T00:50:47Z</dcterms:modified>
</cp:coreProperties>
</file>