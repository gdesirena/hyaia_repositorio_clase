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68" r:id="rId7"/>
    <p:sldId id="261" r:id="rId8"/>
    <p:sldId id="269" r:id="rId9"/>
    <p:sldId id="267" r:id="rId10"/>
    <p:sldId id="275" r:id="rId11"/>
    <p:sldId id="273" r:id="rId12"/>
    <p:sldId id="276" r:id="rId13"/>
    <p:sldId id="265" r:id="rId14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5" autoAdjust="0"/>
  </p:normalViewPr>
  <p:slideViewPr>
    <p:cSldViewPr>
      <p:cViewPr varScale="1">
        <p:scale>
          <a:sx n="110" d="100"/>
          <a:sy n="110" d="100"/>
        </p:scale>
        <p:origin x="492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Gabriela Ramírez Castillo" userId="2686c26f-0bfe-46bf-a4d4-3bbef8232f52" providerId="ADAL" clId="{5BB0AE66-B9DD-44BD-BDEB-34D4DCD146F9}"/>
    <pc:docChg chg="undo custSel addSld delSld modSld sldOrd">
      <pc:chgData name="María Gabriela Ramírez Castillo" userId="2686c26f-0bfe-46bf-a4d4-3bbef8232f52" providerId="ADAL" clId="{5BB0AE66-B9DD-44BD-BDEB-34D4DCD146F9}" dt="2025-12-11T18:41:24.086" v="752" actId="948"/>
      <pc:docMkLst>
        <pc:docMk/>
      </pc:docMkLst>
      <pc:sldChg chg="del">
        <pc:chgData name="María Gabriela Ramírez Castillo" userId="2686c26f-0bfe-46bf-a4d4-3bbef8232f52" providerId="ADAL" clId="{5BB0AE66-B9DD-44BD-BDEB-34D4DCD146F9}" dt="2025-12-11T18:21:26.347" v="441" actId="2696"/>
        <pc:sldMkLst>
          <pc:docMk/>
          <pc:sldMk cId="4264977537" sldId="259"/>
        </pc:sldMkLst>
      </pc:sldChg>
      <pc:sldChg chg="addSp delSp modSp">
        <pc:chgData name="María Gabriela Ramírez Castillo" userId="2686c26f-0bfe-46bf-a4d4-3bbef8232f52" providerId="ADAL" clId="{5BB0AE66-B9DD-44BD-BDEB-34D4DCD146F9}" dt="2025-12-11T18:18:38.557" v="381" actId="14100"/>
        <pc:sldMkLst>
          <pc:docMk/>
          <pc:sldMk cId="2672039197" sldId="261"/>
        </pc:sldMkLst>
        <pc:spChg chg="mod">
          <ac:chgData name="María Gabriela Ramírez Castillo" userId="2686c26f-0bfe-46bf-a4d4-3bbef8232f52" providerId="ADAL" clId="{5BB0AE66-B9DD-44BD-BDEB-34D4DCD146F9}" dt="2025-12-11T17:23:49.442" v="116" actId="6549"/>
          <ac:spMkLst>
            <pc:docMk/>
            <pc:sldMk cId="2672039197" sldId="261"/>
            <ac:spMk id="31" creationId="{2DB9C6A2-357B-4034-B90A-C5652384C02D}"/>
          </ac:spMkLst>
        </pc:spChg>
        <pc:spChg chg="add del mod">
          <ac:chgData name="María Gabriela Ramírez Castillo" userId="2686c26f-0bfe-46bf-a4d4-3bbef8232f52" providerId="ADAL" clId="{5BB0AE66-B9DD-44BD-BDEB-34D4DCD146F9}" dt="2025-12-11T18:18:32.671" v="378" actId="478"/>
          <ac:spMkLst>
            <pc:docMk/>
            <pc:sldMk cId="2672039197" sldId="261"/>
            <ac:spMk id="68" creationId="{C485A117-A483-43AE-A1A8-03007830A8B2}"/>
          </ac:spMkLst>
        </pc:spChg>
        <pc:spChg chg="del">
          <ac:chgData name="María Gabriela Ramírez Castillo" userId="2686c26f-0bfe-46bf-a4d4-3bbef8232f52" providerId="ADAL" clId="{5BB0AE66-B9DD-44BD-BDEB-34D4DCD146F9}" dt="2025-12-11T17:21:55.788" v="0" actId="478"/>
          <ac:spMkLst>
            <pc:docMk/>
            <pc:sldMk cId="2672039197" sldId="261"/>
            <ac:spMk id="72" creationId="{49814123-31D0-40B9-8559-933905945A03}"/>
          </ac:spMkLst>
        </pc:spChg>
        <pc:spChg chg="add mod">
          <ac:chgData name="María Gabriela Ramírez Castillo" userId="2686c26f-0bfe-46bf-a4d4-3bbef8232f52" providerId="ADAL" clId="{5BB0AE66-B9DD-44BD-BDEB-34D4DCD146F9}" dt="2025-12-11T17:22:59.619" v="92" actId="207"/>
          <ac:spMkLst>
            <pc:docMk/>
            <pc:sldMk cId="2672039197" sldId="261"/>
            <ac:spMk id="73" creationId="{E06D1A6B-4383-4703-9A96-30B04D619EBF}"/>
          </ac:spMkLst>
        </pc:spChg>
        <pc:picChg chg="add mod">
          <ac:chgData name="María Gabriela Ramírez Castillo" userId="2686c26f-0bfe-46bf-a4d4-3bbef8232f52" providerId="ADAL" clId="{5BB0AE66-B9DD-44BD-BDEB-34D4DCD146F9}" dt="2025-12-11T18:18:38.557" v="381" actId="14100"/>
          <ac:picMkLst>
            <pc:docMk/>
            <pc:sldMk cId="2672039197" sldId="261"/>
            <ac:picMk id="2050" creationId="{BD2F7B9A-4449-4F69-8E08-B57A85316B6B}"/>
          </ac:picMkLst>
        </pc:picChg>
      </pc:sldChg>
      <pc:sldChg chg="del">
        <pc:chgData name="María Gabriela Ramírez Castillo" userId="2686c26f-0bfe-46bf-a4d4-3bbef8232f52" providerId="ADAL" clId="{5BB0AE66-B9DD-44BD-BDEB-34D4DCD146F9}" dt="2025-12-11T18:21:27.006" v="442" actId="2696"/>
        <pc:sldMkLst>
          <pc:docMk/>
          <pc:sldMk cId="397710800" sldId="262"/>
        </pc:sldMkLst>
      </pc:sldChg>
      <pc:sldChg chg="del">
        <pc:chgData name="María Gabriela Ramírez Castillo" userId="2686c26f-0bfe-46bf-a4d4-3bbef8232f52" providerId="ADAL" clId="{5BB0AE66-B9DD-44BD-BDEB-34D4DCD146F9}" dt="2025-12-11T18:21:27.713" v="443" actId="2696"/>
        <pc:sldMkLst>
          <pc:docMk/>
          <pc:sldMk cId="1405850135" sldId="263"/>
        </pc:sldMkLst>
      </pc:sldChg>
      <pc:sldChg chg="addSp delSp modSp">
        <pc:chgData name="María Gabriela Ramírez Castillo" userId="2686c26f-0bfe-46bf-a4d4-3bbef8232f52" providerId="ADAL" clId="{5BB0AE66-B9DD-44BD-BDEB-34D4DCD146F9}" dt="2025-12-11T18:38:19.001" v="717" actId="1076"/>
        <pc:sldMkLst>
          <pc:docMk/>
          <pc:sldMk cId="3480339974" sldId="265"/>
        </pc:sldMkLst>
        <pc:spChg chg="add del mod">
          <ac:chgData name="María Gabriela Ramírez Castillo" userId="2686c26f-0bfe-46bf-a4d4-3bbef8232f52" providerId="ADAL" clId="{5BB0AE66-B9DD-44BD-BDEB-34D4DCD146F9}" dt="2025-12-11T18:38:17.355" v="716" actId="14100"/>
          <ac:spMkLst>
            <pc:docMk/>
            <pc:sldMk cId="3480339974" sldId="265"/>
            <ac:spMk id="3" creationId="{00000000-0000-0000-0000-000000000000}"/>
          </ac:spMkLst>
        </pc:spChg>
        <pc:spChg chg="del">
          <ac:chgData name="María Gabriela Ramírez Castillo" userId="2686c26f-0bfe-46bf-a4d4-3bbef8232f52" providerId="ADAL" clId="{5BB0AE66-B9DD-44BD-BDEB-34D4DCD146F9}" dt="2025-12-11T18:37:44.136" v="705" actId="478"/>
          <ac:spMkLst>
            <pc:docMk/>
            <pc:sldMk cId="3480339974" sldId="265"/>
            <ac:spMk id="5" creationId="{00000000-0000-0000-0000-000000000000}"/>
          </ac:spMkLst>
        </pc:spChg>
        <pc:spChg chg="del">
          <ac:chgData name="María Gabriela Ramírez Castillo" userId="2686c26f-0bfe-46bf-a4d4-3bbef8232f52" providerId="ADAL" clId="{5BB0AE66-B9DD-44BD-BDEB-34D4DCD146F9}" dt="2025-12-11T18:36:28.902" v="684" actId="478"/>
          <ac:spMkLst>
            <pc:docMk/>
            <pc:sldMk cId="3480339974" sldId="265"/>
            <ac:spMk id="6" creationId="{00000000-0000-0000-0000-000000000000}"/>
          </ac:spMkLst>
        </pc:spChg>
        <pc:spChg chg="add del mod">
          <ac:chgData name="María Gabriela Ramírez Castillo" userId="2686c26f-0bfe-46bf-a4d4-3bbef8232f52" providerId="ADAL" clId="{5BB0AE66-B9DD-44BD-BDEB-34D4DCD146F9}" dt="2025-12-11T18:37:53.713" v="709" actId="478"/>
          <ac:spMkLst>
            <pc:docMk/>
            <pc:sldMk cId="3480339974" sldId="265"/>
            <ac:spMk id="7" creationId="{A69AAA82-5BE2-4112-A3D0-1C06B785A56A}"/>
          </ac:spMkLst>
        </pc:spChg>
        <pc:spChg chg="add del mod">
          <ac:chgData name="María Gabriela Ramírez Castillo" userId="2686c26f-0bfe-46bf-a4d4-3bbef8232f52" providerId="ADAL" clId="{5BB0AE66-B9DD-44BD-BDEB-34D4DCD146F9}" dt="2025-12-11T18:38:02.150" v="712" actId="478"/>
          <ac:spMkLst>
            <pc:docMk/>
            <pc:sldMk cId="3480339974" sldId="265"/>
            <ac:spMk id="9" creationId="{AAEBA4E6-0DEB-4E10-BF0F-7B1807FC51D7}"/>
          </ac:spMkLst>
        </pc:spChg>
        <pc:picChg chg="add mod modCrop">
          <ac:chgData name="María Gabriela Ramírez Castillo" userId="2686c26f-0bfe-46bf-a4d4-3bbef8232f52" providerId="ADAL" clId="{5BB0AE66-B9DD-44BD-BDEB-34D4DCD146F9}" dt="2025-12-11T18:38:19.001" v="717" actId="1076"/>
          <ac:picMkLst>
            <pc:docMk/>
            <pc:sldMk cId="3480339974" sldId="265"/>
            <ac:picMk id="4" creationId="{71657FC5-F74D-4FAE-BDF5-0A48AE096CFC}"/>
          </ac:picMkLst>
        </pc:picChg>
      </pc:sldChg>
      <pc:sldChg chg="addSp delSp modSp">
        <pc:chgData name="María Gabriela Ramírez Castillo" userId="2686c26f-0bfe-46bf-a4d4-3bbef8232f52" providerId="ADAL" clId="{5BB0AE66-B9DD-44BD-BDEB-34D4DCD146F9}" dt="2025-12-11T18:37:26.584" v="693"/>
        <pc:sldMkLst>
          <pc:docMk/>
          <pc:sldMk cId="1484811712" sldId="267"/>
        </pc:sldMkLst>
        <pc:spChg chg="add del mod">
          <ac:chgData name="María Gabriela Ramírez Castillo" userId="2686c26f-0bfe-46bf-a4d4-3bbef8232f52" providerId="ADAL" clId="{5BB0AE66-B9DD-44BD-BDEB-34D4DCD146F9}" dt="2025-12-11T18:18:07.350" v="377" actId="478"/>
          <ac:spMkLst>
            <pc:docMk/>
            <pc:sldMk cId="1484811712" sldId="267"/>
            <ac:spMk id="2" creationId="{919ABB8B-6E0C-49AA-89FA-62AEEA6DC6D6}"/>
          </ac:spMkLst>
        </pc:spChg>
        <pc:spChg chg="add mod">
          <ac:chgData name="María Gabriela Ramírez Castillo" userId="2686c26f-0bfe-46bf-a4d4-3bbef8232f52" providerId="ADAL" clId="{5BB0AE66-B9DD-44BD-BDEB-34D4DCD146F9}" dt="2025-12-11T18:28:36.203" v="488" actId="14100"/>
          <ac:spMkLst>
            <pc:docMk/>
            <pc:sldMk cId="1484811712" sldId="267"/>
            <ac:spMk id="3" creationId="{FD691F3E-33CB-4C1B-8A6A-E129FDC2A84A}"/>
          </ac:spMkLst>
        </pc:spChg>
        <pc:spChg chg="add mod">
          <ac:chgData name="María Gabriela Ramírez Castillo" userId="2686c26f-0bfe-46bf-a4d4-3bbef8232f52" providerId="ADAL" clId="{5BB0AE66-B9DD-44BD-BDEB-34D4DCD146F9}" dt="2025-12-11T18:28:55.615" v="502" actId="27636"/>
          <ac:spMkLst>
            <pc:docMk/>
            <pc:sldMk cId="1484811712" sldId="267"/>
            <ac:spMk id="6" creationId="{B5BDB6CF-580E-4601-887F-AF5C6B4FD351}"/>
          </ac:spMkLst>
        </pc:spChg>
        <pc:spChg chg="mod">
          <ac:chgData name="María Gabriela Ramírez Castillo" userId="2686c26f-0bfe-46bf-a4d4-3bbef8232f52" providerId="ADAL" clId="{5BB0AE66-B9DD-44BD-BDEB-34D4DCD146F9}" dt="2025-12-11T18:19:08.807" v="391" actId="20577"/>
          <ac:spMkLst>
            <pc:docMk/>
            <pc:sldMk cId="1484811712" sldId="267"/>
            <ac:spMk id="7" creationId="{00000000-0000-0000-0000-000000000000}"/>
          </ac:spMkLst>
        </pc:spChg>
        <pc:spChg chg="add mod">
          <ac:chgData name="María Gabriela Ramírez Castillo" userId="2686c26f-0bfe-46bf-a4d4-3bbef8232f52" providerId="ADAL" clId="{5BB0AE66-B9DD-44BD-BDEB-34D4DCD146F9}" dt="2025-12-11T18:20:52.877" v="440" actId="20577"/>
          <ac:spMkLst>
            <pc:docMk/>
            <pc:sldMk cId="1484811712" sldId="267"/>
            <ac:spMk id="10" creationId="{BE436663-6293-4EC9-923C-A16B115EBEDC}"/>
          </ac:spMkLst>
        </pc:spChg>
        <pc:spChg chg="add mod">
          <ac:chgData name="María Gabriela Ramírez Castillo" userId="2686c26f-0bfe-46bf-a4d4-3bbef8232f52" providerId="ADAL" clId="{5BB0AE66-B9DD-44BD-BDEB-34D4DCD146F9}" dt="2025-12-11T18:28:25.988" v="483" actId="14100"/>
          <ac:spMkLst>
            <pc:docMk/>
            <pc:sldMk cId="1484811712" sldId="267"/>
            <ac:spMk id="12" creationId="{9C110454-920D-49C3-A271-ECB5AC5DAA99}"/>
          </ac:spMkLst>
        </pc:spChg>
        <pc:spChg chg="add">
          <ac:chgData name="María Gabriela Ramírez Castillo" userId="2686c26f-0bfe-46bf-a4d4-3bbef8232f52" providerId="ADAL" clId="{5BB0AE66-B9DD-44BD-BDEB-34D4DCD146F9}" dt="2025-12-11T18:37:26.584" v="693"/>
          <ac:spMkLst>
            <pc:docMk/>
            <pc:sldMk cId="1484811712" sldId="267"/>
            <ac:spMk id="13" creationId="{D07F512B-AC6D-4AE6-A92C-3E6A9A072BAB}"/>
          </ac:spMkLst>
        </pc:spChg>
        <pc:graphicFrameChg chg="del">
          <ac:chgData name="María Gabriela Ramírez Castillo" userId="2686c26f-0bfe-46bf-a4d4-3bbef8232f52" providerId="ADAL" clId="{5BB0AE66-B9DD-44BD-BDEB-34D4DCD146F9}" dt="2025-12-11T18:18:05.260" v="376" actId="478"/>
          <ac:graphicFrameMkLst>
            <pc:docMk/>
            <pc:sldMk cId="1484811712" sldId="267"/>
            <ac:graphicFrameMk id="9" creationId="{00000000-0000-0000-0000-000000000000}"/>
          </ac:graphicFrameMkLst>
        </pc:graphicFrameChg>
        <pc:picChg chg="add mod">
          <ac:chgData name="María Gabriela Ramírez Castillo" userId="2686c26f-0bfe-46bf-a4d4-3bbef8232f52" providerId="ADAL" clId="{5BB0AE66-B9DD-44BD-BDEB-34D4DCD146F9}" dt="2025-12-11T18:20:36.948" v="435" actId="1035"/>
          <ac:picMkLst>
            <pc:docMk/>
            <pc:sldMk cId="1484811712" sldId="267"/>
            <ac:picMk id="3074" creationId="{5F7E6EC4-5A46-43B2-9F7A-04A438BEFAAE}"/>
          </ac:picMkLst>
        </pc:picChg>
        <pc:picChg chg="add mod">
          <ac:chgData name="María Gabriela Ramírez Castillo" userId="2686c26f-0bfe-46bf-a4d4-3bbef8232f52" providerId="ADAL" clId="{5BB0AE66-B9DD-44BD-BDEB-34D4DCD146F9}" dt="2025-12-11T18:20:42.563" v="437" actId="1076"/>
          <ac:picMkLst>
            <pc:docMk/>
            <pc:sldMk cId="1484811712" sldId="267"/>
            <ac:picMk id="3076" creationId="{5A6679D4-20E2-446F-B007-603F29BF94F7}"/>
          </ac:picMkLst>
        </pc:picChg>
        <pc:picChg chg="add mod">
          <ac:chgData name="María Gabriela Ramírez Castillo" userId="2686c26f-0bfe-46bf-a4d4-3bbef8232f52" providerId="ADAL" clId="{5BB0AE66-B9DD-44BD-BDEB-34D4DCD146F9}" dt="2025-12-11T18:20:46.434" v="438" actId="1076"/>
          <ac:picMkLst>
            <pc:docMk/>
            <pc:sldMk cId="1484811712" sldId="267"/>
            <ac:picMk id="3078" creationId="{1F3B8138-D0F6-4BCA-A80B-FEDBEAFC0CA4}"/>
          </ac:picMkLst>
        </pc:picChg>
        <pc:picChg chg="add mod">
          <ac:chgData name="María Gabriela Ramírez Castillo" userId="2686c26f-0bfe-46bf-a4d4-3bbef8232f52" providerId="ADAL" clId="{5BB0AE66-B9DD-44BD-BDEB-34D4DCD146F9}" dt="2025-12-11T18:20:46.434" v="438" actId="1076"/>
          <ac:picMkLst>
            <pc:docMk/>
            <pc:sldMk cId="1484811712" sldId="267"/>
            <ac:picMk id="3080" creationId="{570F0183-EFEB-417F-A1A0-546747F6BB46}"/>
          </ac:picMkLst>
        </pc:picChg>
      </pc:sldChg>
      <pc:sldChg chg="addSp delSp modSp">
        <pc:chgData name="María Gabriela Ramírez Castillo" userId="2686c26f-0bfe-46bf-a4d4-3bbef8232f52" providerId="ADAL" clId="{5BB0AE66-B9DD-44BD-BDEB-34D4DCD146F9}" dt="2025-12-11T18:39:45.019" v="734"/>
        <pc:sldMkLst>
          <pc:docMk/>
          <pc:sldMk cId="3529114326" sldId="268"/>
        </pc:sldMkLst>
        <pc:spChg chg="add del">
          <ac:chgData name="María Gabriela Ramírez Castillo" userId="2686c26f-0bfe-46bf-a4d4-3bbef8232f52" providerId="ADAL" clId="{5BB0AE66-B9DD-44BD-BDEB-34D4DCD146F9}" dt="2025-12-11T18:39:45.019" v="734"/>
          <ac:spMkLst>
            <pc:docMk/>
            <pc:sldMk cId="3529114326" sldId="268"/>
            <ac:spMk id="2" creationId="{A9DBEACA-8C49-4BB2-9B41-9AB0C7F8447A}"/>
          </ac:spMkLst>
        </pc:spChg>
        <pc:spChg chg="add">
          <ac:chgData name="María Gabriela Ramírez Castillo" userId="2686c26f-0bfe-46bf-a4d4-3bbef8232f52" providerId="ADAL" clId="{5BB0AE66-B9DD-44BD-BDEB-34D4DCD146F9}" dt="2025-12-11T18:37:23.698" v="691"/>
          <ac:spMkLst>
            <pc:docMk/>
            <pc:sldMk cId="3529114326" sldId="268"/>
            <ac:spMk id="5" creationId="{A33E4AA2-17C6-4E59-A440-BC126008FE3B}"/>
          </ac:spMkLst>
        </pc:spChg>
        <pc:spChg chg="mod">
          <ac:chgData name="María Gabriela Ramírez Castillo" userId="2686c26f-0bfe-46bf-a4d4-3bbef8232f52" providerId="ADAL" clId="{5BB0AE66-B9DD-44BD-BDEB-34D4DCD146F9}" dt="2025-12-11T17:22:10.061" v="38" actId="6549"/>
          <ac:spMkLst>
            <pc:docMk/>
            <pc:sldMk cId="3529114326" sldId="268"/>
            <ac:spMk id="13" creationId="{00000000-0000-0000-0000-000000000000}"/>
          </ac:spMkLst>
        </pc:spChg>
        <pc:spChg chg="mod">
          <ac:chgData name="María Gabriela Ramírez Castillo" userId="2686c26f-0bfe-46bf-a4d4-3bbef8232f52" providerId="ADAL" clId="{5BB0AE66-B9DD-44BD-BDEB-34D4DCD146F9}" dt="2025-12-11T17:58:38.108" v="371" actId="14100"/>
          <ac:spMkLst>
            <pc:docMk/>
            <pc:sldMk cId="3529114326" sldId="268"/>
            <ac:spMk id="14" creationId="{00000000-0000-0000-0000-000000000000}"/>
          </ac:spMkLst>
        </pc:spChg>
        <pc:picChg chg="add mod">
          <ac:chgData name="María Gabriela Ramírez Castillo" userId="2686c26f-0bfe-46bf-a4d4-3bbef8232f52" providerId="ADAL" clId="{5BB0AE66-B9DD-44BD-BDEB-34D4DCD146F9}" dt="2025-12-11T18:17:15.295" v="374" actId="1076"/>
          <ac:picMkLst>
            <pc:docMk/>
            <pc:sldMk cId="3529114326" sldId="268"/>
            <ac:picMk id="1026" creationId="{EE8D8C0D-A1E1-4941-B140-43F7303B0C4A}"/>
          </ac:picMkLst>
        </pc:picChg>
        <pc:picChg chg="add mod">
          <ac:chgData name="María Gabriela Ramírez Castillo" userId="2686c26f-0bfe-46bf-a4d4-3bbef8232f52" providerId="ADAL" clId="{5BB0AE66-B9DD-44BD-BDEB-34D4DCD146F9}" dt="2025-12-11T18:39:25.085" v="732" actId="1076"/>
          <ac:picMkLst>
            <pc:docMk/>
            <pc:sldMk cId="3529114326" sldId="268"/>
            <ac:picMk id="1028" creationId="{342E19A3-FBF1-400B-8F68-CC06AE47C699}"/>
          </ac:picMkLst>
        </pc:picChg>
      </pc:sldChg>
      <pc:sldChg chg="addSp delSp modSp ord">
        <pc:chgData name="María Gabriela Ramírez Castillo" userId="2686c26f-0bfe-46bf-a4d4-3bbef8232f52" providerId="ADAL" clId="{5BB0AE66-B9DD-44BD-BDEB-34D4DCD146F9}" dt="2025-12-11T18:37:25.384" v="692"/>
        <pc:sldMkLst>
          <pc:docMk/>
          <pc:sldMk cId="2341911148" sldId="269"/>
        </pc:sldMkLst>
        <pc:spChg chg="mod">
          <ac:chgData name="María Gabriela Ramírez Castillo" userId="2686c26f-0bfe-46bf-a4d4-3bbef8232f52" providerId="ADAL" clId="{5BB0AE66-B9DD-44BD-BDEB-34D4DCD146F9}" dt="2025-12-11T17:46:10.836" v="205" actId="20577"/>
          <ac:spMkLst>
            <pc:docMk/>
            <pc:sldMk cId="2341911148" sldId="269"/>
            <ac:spMk id="2" creationId="{00000000-0000-0000-0000-000000000000}"/>
          </ac:spMkLst>
        </pc:spChg>
        <pc:spChg chg="del">
          <ac:chgData name="María Gabriela Ramírez Castillo" userId="2686c26f-0bfe-46bf-a4d4-3bbef8232f52" providerId="ADAL" clId="{5BB0AE66-B9DD-44BD-BDEB-34D4DCD146F9}" dt="2025-12-11T17:47:08.620" v="252" actId="478"/>
          <ac:spMkLst>
            <pc:docMk/>
            <pc:sldMk cId="2341911148" sldId="269"/>
            <ac:spMk id="3" creationId="{00000000-0000-0000-0000-000000000000}"/>
          </ac:spMkLst>
        </pc:spChg>
        <pc:spChg chg="add del mod">
          <ac:chgData name="María Gabriela Ramírez Castillo" userId="2686c26f-0bfe-46bf-a4d4-3bbef8232f52" providerId="ADAL" clId="{5BB0AE66-B9DD-44BD-BDEB-34D4DCD146F9}" dt="2025-12-11T17:47:12.088" v="253" actId="478"/>
          <ac:spMkLst>
            <pc:docMk/>
            <pc:sldMk cId="2341911148" sldId="269"/>
            <ac:spMk id="6" creationId="{92951025-B038-4537-B3BD-5728B3DF7396}"/>
          </ac:spMkLst>
        </pc:spChg>
        <pc:spChg chg="add">
          <ac:chgData name="María Gabriela Ramírez Castillo" userId="2686c26f-0bfe-46bf-a4d4-3bbef8232f52" providerId="ADAL" clId="{5BB0AE66-B9DD-44BD-BDEB-34D4DCD146F9}" dt="2025-12-11T18:37:25.384" v="692"/>
          <ac:spMkLst>
            <pc:docMk/>
            <pc:sldMk cId="2341911148" sldId="269"/>
            <ac:spMk id="7" creationId="{13B3D9E9-A7CB-4489-B21D-37941184487E}"/>
          </ac:spMkLst>
        </pc:spChg>
        <pc:graphicFrameChg chg="mod modGraphic">
          <ac:chgData name="María Gabriela Ramírez Castillo" userId="2686c26f-0bfe-46bf-a4d4-3bbef8232f52" providerId="ADAL" clId="{5BB0AE66-B9DD-44BD-BDEB-34D4DCD146F9}" dt="2025-12-11T17:58:21.479" v="369" actId="12385"/>
          <ac:graphicFrameMkLst>
            <pc:docMk/>
            <pc:sldMk cId="2341911148" sldId="269"/>
            <ac:graphicFrameMk id="5" creationId="{00000000-0000-0000-0000-000000000000}"/>
          </ac:graphicFrameMkLst>
        </pc:graphicFrameChg>
      </pc:sldChg>
      <pc:sldChg chg="modSp del">
        <pc:chgData name="María Gabriela Ramírez Castillo" userId="2686c26f-0bfe-46bf-a4d4-3bbef8232f52" providerId="ADAL" clId="{5BB0AE66-B9DD-44BD-BDEB-34D4DCD146F9}" dt="2025-12-11T18:36:13.794" v="683" actId="2696"/>
        <pc:sldMkLst>
          <pc:docMk/>
          <pc:sldMk cId="4123189245" sldId="270"/>
        </pc:sldMkLst>
        <pc:spChg chg="mod">
          <ac:chgData name="María Gabriela Ramírez Castillo" userId="2686c26f-0bfe-46bf-a4d4-3bbef8232f52" providerId="ADAL" clId="{5BB0AE66-B9DD-44BD-BDEB-34D4DCD146F9}" dt="2025-12-11T18:19:17.900" v="394" actId="27636"/>
          <ac:spMkLst>
            <pc:docMk/>
            <pc:sldMk cId="4123189245" sldId="270"/>
            <ac:spMk id="3" creationId="{00000000-0000-0000-0000-000000000000}"/>
          </ac:spMkLst>
        </pc:spChg>
      </pc:sldChg>
      <pc:sldChg chg="del">
        <pc:chgData name="María Gabriela Ramírez Castillo" userId="2686c26f-0bfe-46bf-a4d4-3bbef8232f52" providerId="ADAL" clId="{5BB0AE66-B9DD-44BD-BDEB-34D4DCD146F9}" dt="2025-12-11T18:21:32.963" v="444" actId="2696"/>
        <pc:sldMkLst>
          <pc:docMk/>
          <pc:sldMk cId="2319046984" sldId="271"/>
        </pc:sldMkLst>
      </pc:sldChg>
      <pc:sldChg chg="addSp modSp">
        <pc:chgData name="María Gabriela Ramírez Castillo" userId="2686c26f-0bfe-46bf-a4d4-3bbef8232f52" providerId="ADAL" clId="{5BB0AE66-B9DD-44BD-BDEB-34D4DCD146F9}" dt="2025-12-11T18:37:21.447" v="690" actId="1076"/>
        <pc:sldMkLst>
          <pc:docMk/>
          <pc:sldMk cId="1875094264" sldId="272"/>
        </pc:sldMkLst>
        <pc:spChg chg="add mod">
          <ac:chgData name="María Gabriela Ramírez Castillo" userId="2686c26f-0bfe-46bf-a4d4-3bbef8232f52" providerId="ADAL" clId="{5BB0AE66-B9DD-44BD-BDEB-34D4DCD146F9}" dt="2025-12-11T18:37:21.447" v="690" actId="1076"/>
          <ac:spMkLst>
            <pc:docMk/>
            <pc:sldMk cId="1875094264" sldId="272"/>
            <ac:spMk id="4" creationId="{317AE779-3C7B-4B45-948E-604D1C4D9116}"/>
          </ac:spMkLst>
        </pc:spChg>
      </pc:sldChg>
      <pc:sldChg chg="addSp delSp modSp add">
        <pc:chgData name="María Gabriela Ramírez Castillo" userId="2686c26f-0bfe-46bf-a4d4-3bbef8232f52" providerId="ADAL" clId="{5BB0AE66-B9DD-44BD-BDEB-34D4DCD146F9}" dt="2025-12-11T18:37:29.969" v="695"/>
        <pc:sldMkLst>
          <pc:docMk/>
          <pc:sldMk cId="4043240007" sldId="273"/>
        </pc:sldMkLst>
        <pc:spChg chg="add del mod">
          <ac:chgData name="María Gabriela Ramírez Castillo" userId="2686c26f-0bfe-46bf-a4d4-3bbef8232f52" providerId="ADAL" clId="{5BB0AE66-B9DD-44BD-BDEB-34D4DCD146F9}" dt="2025-12-11T18:21:46.963" v="447" actId="478"/>
          <ac:spMkLst>
            <pc:docMk/>
            <pc:sldMk cId="4043240007" sldId="273"/>
            <ac:spMk id="2" creationId="{737DC57D-AA3F-481F-B92B-999C33D680BB}"/>
          </ac:spMkLst>
        </pc:spChg>
        <pc:spChg chg="add">
          <ac:chgData name="María Gabriela Ramírez Castillo" userId="2686c26f-0bfe-46bf-a4d4-3bbef8232f52" providerId="ADAL" clId="{5BB0AE66-B9DD-44BD-BDEB-34D4DCD146F9}" dt="2025-12-11T18:24:42.276" v="454"/>
          <ac:spMkLst>
            <pc:docMk/>
            <pc:sldMk cId="4043240007" sldId="273"/>
            <ac:spMk id="6" creationId="{168650A6-C1C4-4B7F-B382-BB83E134DF8D}"/>
          </ac:spMkLst>
        </pc:spChg>
        <pc:spChg chg="mod">
          <ac:chgData name="María Gabriela Ramírez Castillo" userId="2686c26f-0bfe-46bf-a4d4-3bbef8232f52" providerId="ADAL" clId="{5BB0AE66-B9DD-44BD-BDEB-34D4DCD146F9}" dt="2025-12-11T18:25:21.932" v="469" actId="20577"/>
          <ac:spMkLst>
            <pc:docMk/>
            <pc:sldMk cId="4043240007" sldId="273"/>
            <ac:spMk id="7" creationId="{00000000-0000-0000-0000-000000000000}"/>
          </ac:spMkLst>
        </pc:spChg>
        <pc:spChg chg="add del mod">
          <ac:chgData name="María Gabriela Ramírez Castillo" userId="2686c26f-0bfe-46bf-a4d4-3bbef8232f52" providerId="ADAL" clId="{5BB0AE66-B9DD-44BD-BDEB-34D4DCD146F9}" dt="2025-12-11T18:25:15.432" v="459" actId="478"/>
          <ac:spMkLst>
            <pc:docMk/>
            <pc:sldMk cId="4043240007" sldId="273"/>
            <ac:spMk id="8" creationId="{9DD90FAB-B17E-47E0-9325-26A14FEF5824}"/>
          </ac:spMkLst>
        </pc:spChg>
        <pc:spChg chg="add">
          <ac:chgData name="María Gabriela Ramírez Castillo" userId="2686c26f-0bfe-46bf-a4d4-3bbef8232f52" providerId="ADAL" clId="{5BB0AE66-B9DD-44BD-BDEB-34D4DCD146F9}" dt="2025-12-11T18:37:29.969" v="695"/>
          <ac:spMkLst>
            <pc:docMk/>
            <pc:sldMk cId="4043240007" sldId="273"/>
            <ac:spMk id="10" creationId="{0E69C7D5-7FD4-4995-B3DE-285ECDE1DE54}"/>
          </ac:spMkLst>
        </pc:spChg>
        <pc:graphicFrameChg chg="del">
          <ac:chgData name="María Gabriela Ramírez Castillo" userId="2686c26f-0bfe-46bf-a4d4-3bbef8232f52" providerId="ADAL" clId="{5BB0AE66-B9DD-44BD-BDEB-34D4DCD146F9}" dt="2025-12-11T18:21:44.549" v="446" actId="478"/>
          <ac:graphicFrameMkLst>
            <pc:docMk/>
            <pc:sldMk cId="4043240007" sldId="273"/>
            <ac:graphicFrameMk id="9" creationId="{00000000-0000-0000-0000-000000000000}"/>
          </ac:graphicFrameMkLst>
        </pc:graphicFrameChg>
        <pc:picChg chg="add del mod">
          <ac:chgData name="María Gabriela Ramírez Castillo" userId="2686c26f-0bfe-46bf-a4d4-3bbef8232f52" providerId="ADAL" clId="{5BB0AE66-B9DD-44BD-BDEB-34D4DCD146F9}" dt="2025-12-11T18:25:11.636" v="458" actId="478"/>
          <ac:picMkLst>
            <pc:docMk/>
            <pc:sldMk cId="4043240007" sldId="273"/>
            <ac:picMk id="4098" creationId="{13C0E594-4420-465B-8D6A-141D2F2023FC}"/>
          </ac:picMkLst>
        </pc:picChg>
        <pc:picChg chg="add">
          <ac:chgData name="María Gabriela Ramírez Castillo" userId="2686c26f-0bfe-46bf-a4d4-3bbef8232f52" providerId="ADAL" clId="{5BB0AE66-B9DD-44BD-BDEB-34D4DCD146F9}" dt="2025-12-11T18:25:24.182" v="470"/>
          <ac:picMkLst>
            <pc:docMk/>
            <pc:sldMk cId="4043240007" sldId="273"/>
            <ac:picMk id="4100" creationId="{821BF481-01C0-40D2-A082-0A8FC5C736DD}"/>
          </ac:picMkLst>
        </pc:picChg>
      </pc:sldChg>
      <pc:sldChg chg="add del">
        <pc:chgData name="María Gabriela Ramírez Castillo" userId="2686c26f-0bfe-46bf-a4d4-3bbef8232f52" providerId="ADAL" clId="{5BB0AE66-B9DD-44BD-BDEB-34D4DCD146F9}" dt="2025-12-11T18:29:27.907" v="503" actId="2696"/>
        <pc:sldMkLst>
          <pc:docMk/>
          <pc:sldMk cId="1301689415" sldId="274"/>
        </pc:sldMkLst>
      </pc:sldChg>
      <pc:sldChg chg="addSp modSp add ord">
        <pc:chgData name="María Gabriela Ramírez Castillo" userId="2686c26f-0bfe-46bf-a4d4-3bbef8232f52" providerId="ADAL" clId="{5BB0AE66-B9DD-44BD-BDEB-34D4DCD146F9}" dt="2025-12-11T18:37:27.964" v="694"/>
        <pc:sldMkLst>
          <pc:docMk/>
          <pc:sldMk cId="159104103" sldId="275"/>
        </pc:sldMkLst>
        <pc:spChg chg="add">
          <ac:chgData name="María Gabriela Ramírez Castillo" userId="2686c26f-0bfe-46bf-a4d4-3bbef8232f52" providerId="ADAL" clId="{5BB0AE66-B9DD-44BD-BDEB-34D4DCD146F9}" dt="2025-12-11T18:37:27.964" v="694"/>
          <ac:spMkLst>
            <pc:docMk/>
            <pc:sldMk cId="159104103" sldId="275"/>
            <ac:spMk id="6" creationId="{E8D40C5D-29CF-4C0F-B4DB-2394AC1DBEA3}"/>
          </ac:spMkLst>
        </pc:spChg>
        <pc:graphicFrameChg chg="add mod">
          <ac:chgData name="María Gabriela Ramírez Castillo" userId="2686c26f-0bfe-46bf-a4d4-3bbef8232f52" providerId="ADAL" clId="{5BB0AE66-B9DD-44BD-BDEB-34D4DCD146F9}" dt="2025-12-11T18:35:25.215" v="682" actId="404"/>
          <ac:graphicFrameMkLst>
            <pc:docMk/>
            <pc:sldMk cId="159104103" sldId="275"/>
            <ac:graphicFrameMk id="5" creationId="{BBE34DDC-FA88-46BC-945A-4E3EAE962C42}"/>
          </ac:graphicFrameMkLst>
        </pc:graphicFrameChg>
        <pc:picChg chg="mod">
          <ac:chgData name="María Gabriela Ramírez Castillo" userId="2686c26f-0bfe-46bf-a4d4-3bbef8232f52" providerId="ADAL" clId="{5BB0AE66-B9DD-44BD-BDEB-34D4DCD146F9}" dt="2025-12-11T18:30:32.735" v="511" actId="14100"/>
          <ac:picMkLst>
            <pc:docMk/>
            <pc:sldMk cId="159104103" sldId="275"/>
            <ac:picMk id="4098" creationId="{13C0E594-4420-465B-8D6A-141D2F2023FC}"/>
          </ac:picMkLst>
        </pc:picChg>
        <pc:picChg chg="add mod">
          <ac:chgData name="María Gabriela Ramírez Castillo" userId="2686c26f-0bfe-46bf-a4d4-3bbef8232f52" providerId="ADAL" clId="{5BB0AE66-B9DD-44BD-BDEB-34D4DCD146F9}" dt="2025-12-11T18:30:41.525" v="518" actId="1076"/>
          <ac:picMkLst>
            <pc:docMk/>
            <pc:sldMk cId="159104103" sldId="275"/>
            <ac:picMk id="5122" creationId="{88DBC6AB-EB53-4D30-8656-1DB7C1426546}"/>
          </ac:picMkLst>
        </pc:picChg>
      </pc:sldChg>
      <pc:sldChg chg="add del">
        <pc:chgData name="María Gabriela Ramírez Castillo" userId="2686c26f-0bfe-46bf-a4d4-3bbef8232f52" providerId="ADAL" clId="{5BB0AE66-B9DD-44BD-BDEB-34D4DCD146F9}" dt="2025-12-11T18:25:42.980" v="472" actId="2696"/>
        <pc:sldMkLst>
          <pc:docMk/>
          <pc:sldMk cId="2298369963" sldId="276"/>
        </pc:sldMkLst>
      </pc:sldChg>
      <pc:sldChg chg="addSp delSp modSp add">
        <pc:chgData name="María Gabriela Ramírez Castillo" userId="2686c26f-0bfe-46bf-a4d4-3bbef8232f52" providerId="ADAL" clId="{5BB0AE66-B9DD-44BD-BDEB-34D4DCD146F9}" dt="2025-12-11T18:41:24.086" v="752" actId="948"/>
        <pc:sldMkLst>
          <pc:docMk/>
          <pc:sldMk cId="4292709157" sldId="276"/>
        </pc:sldMkLst>
        <pc:spChg chg="add del mod">
          <ac:chgData name="María Gabriela Ramírez Castillo" userId="2686c26f-0bfe-46bf-a4d4-3bbef8232f52" providerId="ADAL" clId="{5BB0AE66-B9DD-44BD-BDEB-34D4DCD146F9}" dt="2025-12-11T18:38:39.451" v="730" actId="478"/>
          <ac:spMkLst>
            <pc:docMk/>
            <pc:sldMk cId="4292709157" sldId="276"/>
            <ac:spMk id="3" creationId="{1EB537A5-7D5F-4FE8-9A57-F6589251E120}"/>
          </ac:spMkLst>
        </pc:spChg>
        <pc:spChg chg="add mod">
          <ac:chgData name="María Gabriela Ramírez Castillo" userId="2686c26f-0bfe-46bf-a4d4-3bbef8232f52" providerId="ADAL" clId="{5BB0AE66-B9DD-44BD-BDEB-34D4DCD146F9}" dt="2025-12-11T18:41:24.086" v="752" actId="948"/>
          <ac:spMkLst>
            <pc:docMk/>
            <pc:sldMk cId="4292709157" sldId="276"/>
            <ac:spMk id="4" creationId="{6BAF5D9E-91D0-4247-9991-F8D8A242C4BB}"/>
          </ac:spMkLst>
        </pc:spChg>
        <pc:spChg chg="del">
          <ac:chgData name="María Gabriela Ramírez Castillo" userId="2686c26f-0bfe-46bf-a4d4-3bbef8232f52" providerId="ADAL" clId="{5BB0AE66-B9DD-44BD-BDEB-34D4DCD146F9}" dt="2025-12-11T18:38:37.150" v="729" actId="478"/>
          <ac:spMkLst>
            <pc:docMk/>
            <pc:sldMk cId="4292709157" sldId="276"/>
            <ac:spMk id="6" creationId="{168650A6-C1C4-4B7F-B382-BB83E134DF8D}"/>
          </ac:spMkLst>
        </pc:spChg>
        <pc:spChg chg="mod">
          <ac:chgData name="María Gabriela Ramírez Castillo" userId="2686c26f-0bfe-46bf-a4d4-3bbef8232f52" providerId="ADAL" clId="{5BB0AE66-B9DD-44BD-BDEB-34D4DCD146F9}" dt="2025-12-11T18:38:33.958" v="728" actId="20577"/>
          <ac:spMkLst>
            <pc:docMk/>
            <pc:sldMk cId="4292709157" sldId="276"/>
            <ac:spMk id="7" creationId="{00000000-0000-0000-0000-000000000000}"/>
          </ac:spMkLst>
        </pc:spChg>
        <pc:picChg chg="del">
          <ac:chgData name="María Gabriela Ramírez Castillo" userId="2686c26f-0bfe-46bf-a4d4-3bbef8232f52" providerId="ADAL" clId="{5BB0AE66-B9DD-44BD-BDEB-34D4DCD146F9}" dt="2025-12-11T18:38:37.150" v="729" actId="478"/>
          <ac:picMkLst>
            <pc:docMk/>
            <pc:sldMk cId="4292709157" sldId="276"/>
            <ac:picMk id="4100" creationId="{821BF481-01C0-40D2-A082-0A8FC5C736D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095A5E99-E976-4550-8F80-53CC813F2F5A}">
      <dgm:prSet phldrT="[Text]" custT="1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 rtlCol="0"/>
        <a:lstStyle/>
        <a:p>
          <a:pPr rtl="0"/>
          <a:r>
            <a:rPr lang="es-ES" sz="2000" noProof="0" dirty="0"/>
            <a:t>Modelo 1: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 rtlCol="0"/>
        <a:lstStyle/>
        <a:p>
          <a:pPr rtl="0"/>
          <a:endParaRPr lang="en-US" sz="2000"/>
        </a:p>
      </dgm:t>
    </dgm:pt>
    <dgm:pt modelId="{8877691F-1B60-4485-9174-DDEC7EE68B70}" type="sibTrans" cxnId="{D1A4D8E6-F04E-4AB1-8D0C-63DC7AB1E81F}">
      <dgm:prSet custT="1"/>
      <dgm:spPr/>
      <dgm:t>
        <a:bodyPr rtlCol="0"/>
        <a:lstStyle/>
        <a:p>
          <a:pPr rtl="0"/>
          <a:endParaRPr lang="en-US" sz="2000"/>
        </a:p>
      </dgm:t>
    </dgm:pt>
    <dgm:pt modelId="{8EC937D8-BD76-4A12-A3E5-900D5C1E2E05}">
      <dgm:prSet phldrT="[Text]" custT="1"/>
      <dgm:spPr/>
      <dgm:t>
        <a:bodyPr rtlCol="0"/>
        <a:lstStyle/>
        <a:p>
          <a:pPr rtl="0"/>
          <a:r>
            <a:rPr lang="es-ES" sz="2000" noProof="0" dirty="0"/>
            <a:t>Modelo 2:</a:t>
          </a:r>
        </a:p>
      </dgm:t>
    </dgm:pt>
    <dgm:pt modelId="{8265EE85-9851-494E-A6D3-1CDACE947DF3}" type="parTrans" cxnId="{43DC8383-AEE5-490C-A8E5-1F216F2B8FE6}">
      <dgm:prSet/>
      <dgm:spPr/>
      <dgm:t>
        <a:bodyPr rtlCol="0"/>
        <a:lstStyle/>
        <a:p>
          <a:pPr rtl="0"/>
          <a:endParaRPr lang="en-US" sz="2000"/>
        </a:p>
      </dgm:t>
    </dgm:pt>
    <dgm:pt modelId="{B3EFD4A5-9FA1-4ABE-B722-05162509509B}" type="sibTrans" cxnId="{43DC8383-AEE5-490C-A8E5-1F216F2B8FE6}">
      <dgm:prSet/>
      <dgm:spPr/>
      <dgm:t>
        <a:bodyPr rtlCol="0"/>
        <a:lstStyle/>
        <a:p>
          <a:pPr rtl="0"/>
          <a:endParaRPr lang="en-US" sz="2000"/>
        </a:p>
      </dgm:t>
    </dgm:pt>
    <dgm:pt modelId="{0C19B8DB-492D-4667-ADA5-FCD57F756C2A}">
      <dgm:prSet phldrT="[Text]" custT="1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 rtlCol="0"/>
        <a:lstStyle/>
        <a:p>
          <a:pPr rtl="0"/>
          <a:r>
            <a:rPr lang="es-ES" sz="2000" noProof="0" dirty="0"/>
            <a:t>Mayor Precisión 89%</a:t>
          </a:r>
        </a:p>
      </dgm:t>
      <dgm:extLst/>
    </dgm:pt>
    <dgm:pt modelId="{2BF60DFB-5C61-489F-B912-7D5AADC0A9B4}" type="parTrans" cxnId="{C474768E-917C-425F-819D-ACBF47BAF847}">
      <dgm:prSet/>
      <dgm:spPr/>
      <dgm:t>
        <a:bodyPr/>
        <a:lstStyle/>
        <a:p>
          <a:endParaRPr lang="es-MX" sz="2000"/>
        </a:p>
      </dgm:t>
    </dgm:pt>
    <dgm:pt modelId="{603439BE-161A-43CC-858C-F789219AE24E}" type="sibTrans" cxnId="{C474768E-917C-425F-819D-ACBF47BAF847}">
      <dgm:prSet/>
      <dgm:spPr/>
      <dgm:t>
        <a:bodyPr/>
        <a:lstStyle/>
        <a:p>
          <a:endParaRPr lang="es-MX" sz="2000"/>
        </a:p>
      </dgm:t>
    </dgm:pt>
    <dgm:pt modelId="{359D1008-C148-48BC-80A0-01A62E72C22A}">
      <dgm:prSet phldrT="[Text]" custT="1"/>
      <dgm:spPr/>
      <dgm:t>
        <a:bodyPr rtlCol="0"/>
        <a:lstStyle/>
        <a:p>
          <a:pPr rtl="0"/>
          <a:r>
            <a:rPr lang="es-ES" sz="2000" noProof="0" dirty="0"/>
            <a:t>Menor Precisión 72.8%</a:t>
          </a:r>
        </a:p>
      </dgm:t>
    </dgm:pt>
    <dgm:pt modelId="{9A4EC6C0-5385-46D6-8BE1-75F445DC0E5F}" type="parTrans" cxnId="{6CB568F8-61FF-43E2-87F8-67CC9AFBCBAF}">
      <dgm:prSet/>
      <dgm:spPr/>
      <dgm:t>
        <a:bodyPr/>
        <a:lstStyle/>
        <a:p>
          <a:endParaRPr lang="es-MX" sz="2000"/>
        </a:p>
      </dgm:t>
    </dgm:pt>
    <dgm:pt modelId="{C0B42050-3C03-4FDA-A4ED-7E24842DC68A}" type="sibTrans" cxnId="{6CB568F8-61FF-43E2-87F8-67CC9AFBCBAF}">
      <dgm:prSet/>
      <dgm:spPr/>
      <dgm:t>
        <a:bodyPr/>
        <a:lstStyle/>
        <a:p>
          <a:endParaRPr lang="es-MX" sz="2000"/>
        </a:p>
      </dgm:t>
    </dgm:pt>
    <dgm:pt modelId="{72A161CD-DB25-4024-95A4-54628CE234BC}">
      <dgm:prSet phldrT="[Text]" custT="1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 rtlCol="0"/>
        <a:lstStyle/>
        <a:p>
          <a:pPr rtl="0"/>
          <a:r>
            <a:rPr lang="es-ES" sz="2000" noProof="0"/>
            <a:t>Menor </a:t>
          </a:r>
          <a:r>
            <a:rPr lang="es-ES" sz="2000" noProof="0" dirty="0"/>
            <a:t>Pérdida 3.1%</a:t>
          </a:r>
        </a:p>
      </dgm:t>
      <dgm:extLst/>
    </dgm:pt>
    <dgm:pt modelId="{655BEDEB-7319-4742-BCFF-6D7097C018ED}" type="parTrans" cxnId="{2EFEBE5C-F918-441B-9F97-C4AEF97BA78F}">
      <dgm:prSet/>
      <dgm:spPr/>
      <dgm:t>
        <a:bodyPr/>
        <a:lstStyle/>
        <a:p>
          <a:endParaRPr lang="es-MX" sz="1600"/>
        </a:p>
      </dgm:t>
    </dgm:pt>
    <dgm:pt modelId="{5DB7D3C8-C7C4-41B2-B4D2-852F84E50CC4}" type="sibTrans" cxnId="{2EFEBE5C-F918-441B-9F97-C4AEF97BA78F}">
      <dgm:prSet/>
      <dgm:spPr/>
      <dgm:t>
        <a:bodyPr/>
        <a:lstStyle/>
        <a:p>
          <a:endParaRPr lang="es-MX" sz="1600"/>
        </a:p>
      </dgm:t>
    </dgm:pt>
    <dgm:pt modelId="{4D88D2B8-DE2C-4582-8333-947731F30880}">
      <dgm:prSet phldrT="[Text]" custT="1"/>
      <dgm:spPr/>
      <dgm:t>
        <a:bodyPr rtlCol="0"/>
        <a:lstStyle/>
        <a:p>
          <a:pPr rtl="0"/>
          <a:r>
            <a:rPr lang="es-ES" sz="2000" noProof="0" dirty="0"/>
            <a:t>Mayor Pérdida 7.4%</a:t>
          </a:r>
        </a:p>
      </dgm:t>
    </dgm:pt>
    <dgm:pt modelId="{7C905CB6-63BD-40EA-A483-6AB25D5A5726}" type="parTrans" cxnId="{7BB67A24-BFD7-4955-AA8E-C9E5EB3AB4E1}">
      <dgm:prSet/>
      <dgm:spPr/>
      <dgm:t>
        <a:bodyPr/>
        <a:lstStyle/>
        <a:p>
          <a:endParaRPr lang="es-MX" sz="1600"/>
        </a:p>
      </dgm:t>
    </dgm:pt>
    <dgm:pt modelId="{9E33C262-B837-486C-8FC9-332B3502FCCE}" type="sibTrans" cxnId="{7BB67A24-BFD7-4955-AA8E-C9E5EB3AB4E1}">
      <dgm:prSet/>
      <dgm:spPr/>
      <dgm:t>
        <a:bodyPr/>
        <a:lstStyle/>
        <a:p>
          <a:endParaRPr lang="es-MX" sz="1600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668415B4-EC5A-4AEC-84A0-1B303C5F5D56}" type="pres">
      <dgm:prSet presAssocID="{CD7942A0-B7D2-4B14-8FEA-55FC702F5BE7}" presName="TwoNodes_1" presStyleLbl="node1" presStyleIdx="0" presStyleCnt="2">
        <dgm:presLayoutVars>
          <dgm:bulletEnabled val="1"/>
        </dgm:presLayoutVars>
      </dgm:prSet>
      <dgm:spPr/>
    </dgm:pt>
    <dgm:pt modelId="{9D06375E-AED8-43AE-B7C4-8CCF132CCEA8}" type="pres">
      <dgm:prSet presAssocID="{CD7942A0-B7D2-4B14-8FEA-55FC702F5BE7}" presName="TwoNodes_2" presStyleLbl="node1" presStyleIdx="1" presStyleCnt="2">
        <dgm:presLayoutVars>
          <dgm:bulletEnabled val="1"/>
        </dgm:presLayoutVars>
      </dgm:prSet>
      <dgm:spPr/>
    </dgm:pt>
    <dgm:pt modelId="{064215FA-52F7-43F5-96E6-11A40E03D8D7}" type="pres">
      <dgm:prSet presAssocID="{CD7942A0-B7D2-4B14-8FEA-55FC702F5BE7}" presName="TwoConn_1-2" presStyleLbl="fgAccFollowNode1" presStyleIdx="0" presStyleCnt="1">
        <dgm:presLayoutVars>
          <dgm:bulletEnabled val="1"/>
        </dgm:presLayoutVars>
      </dgm:prSet>
      <dgm:spPr/>
    </dgm:pt>
    <dgm:pt modelId="{A128184C-8601-46C7-AB76-805EF7934DAD}" type="pres">
      <dgm:prSet presAssocID="{CD7942A0-B7D2-4B14-8FEA-55FC702F5BE7}" presName="TwoNodes_1_text" presStyleLbl="node1" presStyleIdx="1" presStyleCnt="2">
        <dgm:presLayoutVars>
          <dgm:bulletEnabled val="1"/>
        </dgm:presLayoutVars>
      </dgm:prSet>
      <dgm:spPr/>
    </dgm:pt>
    <dgm:pt modelId="{306F9984-38D1-4D57-9023-CAE9E17CBE71}" type="pres">
      <dgm:prSet presAssocID="{CD7942A0-B7D2-4B14-8FEA-55FC702F5BE7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E6BFE0D-D719-4CE2-9C51-1A77C2601F3E}" type="presOf" srcId="{095A5E99-E976-4550-8F80-53CC813F2F5A}" destId="{668415B4-EC5A-4AEC-84A0-1B303C5F5D56}" srcOrd="0" destOrd="0" presId="urn:microsoft.com/office/officeart/2005/8/layout/vProcess5"/>
    <dgm:cxn modelId="{4C758223-E086-4834-89E2-41FBBDDD4663}" type="presOf" srcId="{095A5E99-E976-4550-8F80-53CC813F2F5A}" destId="{A128184C-8601-46C7-AB76-805EF7934DAD}" srcOrd="1" destOrd="0" presId="urn:microsoft.com/office/officeart/2005/8/layout/vProcess5"/>
    <dgm:cxn modelId="{7BB67A24-BFD7-4955-AA8E-C9E5EB3AB4E1}" srcId="{8EC937D8-BD76-4A12-A3E5-900D5C1E2E05}" destId="{4D88D2B8-DE2C-4582-8333-947731F30880}" srcOrd="1" destOrd="0" parTransId="{7C905CB6-63BD-40EA-A483-6AB25D5A5726}" sibTransId="{9E33C262-B837-486C-8FC9-332B3502FCCE}"/>
    <dgm:cxn modelId="{953F3631-444E-413E-8D6B-345033A93DF9}" type="presOf" srcId="{72A161CD-DB25-4024-95A4-54628CE234BC}" destId="{668415B4-EC5A-4AEC-84A0-1B303C5F5D56}" srcOrd="0" destOrd="2" presId="urn:microsoft.com/office/officeart/2005/8/layout/vProcess5"/>
    <dgm:cxn modelId="{AF1A8031-AE72-4A85-99F1-40B39BA749CF}" type="presOf" srcId="{8EC937D8-BD76-4A12-A3E5-900D5C1E2E05}" destId="{9D06375E-AED8-43AE-B7C4-8CCF132CCEA8}" srcOrd="0" destOrd="0" presId="urn:microsoft.com/office/officeart/2005/8/layout/vProcess5"/>
    <dgm:cxn modelId="{2EFEBE5C-F918-441B-9F97-C4AEF97BA78F}" srcId="{095A5E99-E976-4550-8F80-53CC813F2F5A}" destId="{72A161CD-DB25-4024-95A4-54628CE234BC}" srcOrd="1" destOrd="0" parTransId="{655BEDEB-7319-4742-BCFF-6D7097C018ED}" sibTransId="{5DB7D3C8-C7C4-41B2-B4D2-852F84E50CC4}"/>
    <dgm:cxn modelId="{B6A80168-C654-4D5A-B040-29A4B39C2B76}" type="presOf" srcId="{72A161CD-DB25-4024-95A4-54628CE234BC}" destId="{A128184C-8601-46C7-AB76-805EF7934DAD}" srcOrd="1" destOrd="2" presId="urn:microsoft.com/office/officeart/2005/8/layout/vProcess5"/>
    <dgm:cxn modelId="{3332DC53-EB33-4027-B15D-0EA8AA2D3D02}" type="presOf" srcId="{8877691F-1B60-4485-9174-DDEC7EE68B70}" destId="{064215FA-52F7-43F5-96E6-11A40E03D8D7}" srcOrd="0" destOrd="0" presId="urn:microsoft.com/office/officeart/2005/8/layout/vProcess5"/>
    <dgm:cxn modelId="{9C628B57-12DA-43C4-B0D8-A2FC988E6B1B}" type="presOf" srcId="{0C19B8DB-492D-4667-ADA5-FCD57F756C2A}" destId="{A128184C-8601-46C7-AB76-805EF7934DAD}" srcOrd="1" destOrd="1" presId="urn:microsoft.com/office/officeart/2005/8/layout/vProcess5"/>
    <dgm:cxn modelId="{916D7B5A-19BE-456D-8B88-4C6A82F0DCB5}" type="presOf" srcId="{4D88D2B8-DE2C-4582-8333-947731F30880}" destId="{9D06375E-AED8-43AE-B7C4-8CCF132CCEA8}" srcOrd="0" destOrd="2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C474768E-917C-425F-819D-ACBF47BAF847}" srcId="{095A5E99-E976-4550-8F80-53CC813F2F5A}" destId="{0C19B8DB-492D-4667-ADA5-FCD57F756C2A}" srcOrd="0" destOrd="0" parTransId="{2BF60DFB-5C61-489F-B912-7D5AADC0A9B4}" sibTransId="{603439BE-161A-43CC-858C-F789219AE24E}"/>
    <dgm:cxn modelId="{3A53AE90-9122-42F9-BB82-11CD148045AE}" type="presOf" srcId="{359D1008-C148-48BC-80A0-01A62E72C22A}" destId="{306F9984-38D1-4D57-9023-CAE9E17CBE71}" srcOrd="1" destOrd="1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FA74129B-FB5F-4929-8C48-7072F8269A6D}" type="presOf" srcId="{0C19B8DB-492D-4667-ADA5-FCD57F756C2A}" destId="{668415B4-EC5A-4AEC-84A0-1B303C5F5D56}" srcOrd="0" destOrd="1" presId="urn:microsoft.com/office/officeart/2005/8/layout/vProcess5"/>
    <dgm:cxn modelId="{34CA10D3-66AF-4DCF-AC33-4A79F6260C3A}" type="presOf" srcId="{359D1008-C148-48BC-80A0-01A62E72C22A}" destId="{9D06375E-AED8-43AE-B7C4-8CCF132CCEA8}" srcOrd="0" destOrd="1" presId="urn:microsoft.com/office/officeart/2005/8/layout/vProcess5"/>
    <dgm:cxn modelId="{3206FBD8-1E16-48D2-ADE2-4CA499F69A7C}" type="presOf" srcId="{4D88D2B8-DE2C-4582-8333-947731F30880}" destId="{306F9984-38D1-4D57-9023-CAE9E17CBE71}" srcOrd="1" destOrd="2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48B696F3-1FE5-4EDE-A6D7-D884BA418757}" type="presOf" srcId="{8EC937D8-BD76-4A12-A3E5-900D5C1E2E05}" destId="{306F9984-38D1-4D57-9023-CAE9E17CBE71}" srcOrd="1" destOrd="0" presId="urn:microsoft.com/office/officeart/2005/8/layout/vProcess5"/>
    <dgm:cxn modelId="{6CB568F8-61FF-43E2-87F8-67CC9AFBCBAF}" srcId="{8EC937D8-BD76-4A12-A3E5-900D5C1E2E05}" destId="{359D1008-C148-48BC-80A0-01A62E72C22A}" srcOrd="0" destOrd="0" parTransId="{9A4EC6C0-5385-46D6-8BE1-75F445DC0E5F}" sibTransId="{C0B42050-3C03-4FDA-A4ED-7E24842DC68A}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FB8C67C9-CEAF-432A-BEB9-1FB8889AF4EF}" type="presParOf" srcId="{1D84D8B6-AB32-4491-B5D2-EFE3D7668B88}" destId="{668415B4-EC5A-4AEC-84A0-1B303C5F5D56}" srcOrd="1" destOrd="0" presId="urn:microsoft.com/office/officeart/2005/8/layout/vProcess5"/>
    <dgm:cxn modelId="{0BD0CE19-F239-45E0-9B98-718265B9B003}" type="presParOf" srcId="{1D84D8B6-AB32-4491-B5D2-EFE3D7668B88}" destId="{9D06375E-AED8-43AE-B7C4-8CCF132CCEA8}" srcOrd="2" destOrd="0" presId="urn:microsoft.com/office/officeart/2005/8/layout/vProcess5"/>
    <dgm:cxn modelId="{0D389D71-9EE0-4CC5-9DAB-50DF06BD6DE3}" type="presParOf" srcId="{1D84D8B6-AB32-4491-B5D2-EFE3D7668B88}" destId="{064215FA-52F7-43F5-96E6-11A40E03D8D7}" srcOrd="3" destOrd="0" presId="urn:microsoft.com/office/officeart/2005/8/layout/vProcess5"/>
    <dgm:cxn modelId="{093A1306-4AEA-4C27-87C7-169281081AE4}" type="presParOf" srcId="{1D84D8B6-AB32-4491-B5D2-EFE3D7668B88}" destId="{A128184C-8601-46C7-AB76-805EF7934DAD}" srcOrd="4" destOrd="0" presId="urn:microsoft.com/office/officeart/2005/8/layout/vProcess5"/>
    <dgm:cxn modelId="{FEBF3BA8-69FF-4408-BD58-8D31E20CB74F}" type="presParOf" srcId="{1D84D8B6-AB32-4491-B5D2-EFE3D7668B88}" destId="{306F9984-38D1-4D57-9023-CAE9E17CBE7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415B4-EC5A-4AEC-84A0-1B303C5F5D56}">
      <dsp:nvSpPr>
        <dsp:cNvPr id="0" name=""/>
        <dsp:cNvSpPr/>
      </dsp:nvSpPr>
      <dsp:spPr>
        <a:xfrm>
          <a:off x="0" y="0"/>
          <a:ext cx="4316650" cy="200953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Modelo 1: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noProof="0" dirty="0"/>
            <a:t>Mayor Precisión 89%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noProof="0"/>
            <a:t>Menor </a:t>
          </a:r>
          <a:r>
            <a:rPr lang="es-ES" sz="2000" kern="1200" noProof="0" dirty="0"/>
            <a:t>Pérdida 3.1%</a:t>
          </a:r>
        </a:p>
      </dsp:txBody>
      <dsp:txXfrm>
        <a:off x="58857" y="58857"/>
        <a:ext cx="2239637" cy="1891822"/>
      </dsp:txXfrm>
    </dsp:sp>
    <dsp:sp modelId="{9D06375E-AED8-43AE-B7C4-8CCF132CCEA8}">
      <dsp:nvSpPr>
        <dsp:cNvPr id="0" name=""/>
        <dsp:cNvSpPr/>
      </dsp:nvSpPr>
      <dsp:spPr>
        <a:xfrm>
          <a:off x="761761" y="2456100"/>
          <a:ext cx="4316650" cy="2009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Modelo 2: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noProof="0" dirty="0"/>
            <a:t>Menor Precisión 72.8%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noProof="0" dirty="0"/>
            <a:t>Mayor Pérdida 7.4%</a:t>
          </a:r>
        </a:p>
      </dsp:txBody>
      <dsp:txXfrm>
        <a:off x="820618" y="2514957"/>
        <a:ext cx="2130975" cy="1891822"/>
      </dsp:txXfrm>
    </dsp:sp>
    <dsp:sp modelId="{064215FA-52F7-43F5-96E6-11A40E03D8D7}">
      <dsp:nvSpPr>
        <dsp:cNvPr id="0" name=""/>
        <dsp:cNvSpPr/>
      </dsp:nvSpPr>
      <dsp:spPr>
        <a:xfrm>
          <a:off x="3010451" y="1579719"/>
          <a:ext cx="1306198" cy="130619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304346" y="1579719"/>
        <a:ext cx="718408" cy="982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11/12/2025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0112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8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1764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31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659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2414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263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386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Editar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11/12/2025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FF7ECB8-538D-40D8-959B-C4F5EE34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5D03C17-8772-4C17-9834-AAFE8A3BA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3297" y="2883531"/>
            <a:ext cx="9858684" cy="1090938"/>
          </a:xfrm>
          <a:solidFill>
            <a:schemeClr val="accent6">
              <a:lumMod val="50000"/>
              <a:alpha val="80000"/>
            </a:schemeClr>
          </a:solidFill>
        </p:spPr>
        <p:txBody>
          <a:bodyPr rtlCol="0" anchor="b">
            <a:normAutofit/>
          </a:bodyPr>
          <a:lstStyle/>
          <a:p>
            <a:pPr algn="l"/>
            <a:r>
              <a:rPr lang="es-MX" dirty="0">
                <a:solidFill>
                  <a:srgbClr val="FFFFFF"/>
                </a:solidFill>
              </a:rPr>
              <a:t>Proyecto Final </a:t>
            </a:r>
            <a:r>
              <a:rPr lang="es-MX" dirty="0" err="1">
                <a:solidFill>
                  <a:srgbClr val="FFFFFF"/>
                </a:solidFill>
              </a:rPr>
              <a:t>HyAIA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8261C198-E7E1-460D-8013-B229F1E24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691" y="4233844"/>
            <a:ext cx="7935309" cy="514816"/>
          </a:xfrm>
          <a:solidFill>
            <a:schemeClr val="accent6">
              <a:lumMod val="50000"/>
              <a:alpha val="80000"/>
            </a:schemeClr>
          </a:solidFill>
        </p:spPr>
        <p:txBody>
          <a:bodyPr rtlCol="0" anchor="t">
            <a:normAutofit/>
          </a:bodyPr>
          <a:lstStyle/>
          <a:p>
            <a:pPr algn="l" rtl="0"/>
            <a:r>
              <a:rPr lang="es-MX" sz="2800" dirty="0">
                <a:solidFill>
                  <a:srgbClr val="FFFFFF"/>
                </a:solidFill>
              </a:rPr>
              <a:t>Clasificación de géneros de música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355060-631F-4246-9590-8FFD560066D1}"/>
              </a:ext>
            </a:extLst>
          </p:cNvPr>
          <p:cNvSpPr txBox="1"/>
          <p:nvPr/>
        </p:nvSpPr>
        <p:spPr>
          <a:xfrm>
            <a:off x="173421" y="5917417"/>
            <a:ext cx="5139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María Gabriela Ramírez Castillo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042116-4115-4CA9-8448-E906496169C3}"/>
              </a:ext>
            </a:extLst>
          </p:cNvPr>
          <p:cNvSpPr txBox="1"/>
          <p:nvPr/>
        </p:nvSpPr>
        <p:spPr>
          <a:xfrm>
            <a:off x="173420" y="6388196"/>
            <a:ext cx="5139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10 diciembre 2025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OBJETIVO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108944"/>
          </a:xfrm>
        </p:spPr>
        <p:txBody>
          <a:bodyPr rtlCol="0">
            <a:normAutofit/>
          </a:bodyPr>
          <a:lstStyle/>
          <a:p>
            <a:pPr marL="457200" indent="-457200" rtl="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rgbClr val="33CCCC"/>
                </a:solidFill>
              </a:rPr>
              <a:t>Clasificar géneros musicales a partir de características numéricas.</a:t>
            </a:r>
          </a:p>
          <a:p>
            <a:pPr marL="457200" indent="-457200" rtl="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rgbClr val="33CCCC"/>
                </a:solidFill>
              </a:rPr>
              <a:t>Entrenar una red neuronal MLP usando </a:t>
            </a:r>
            <a:r>
              <a:rPr lang="es-ES" cap="none" dirty="0" err="1">
                <a:solidFill>
                  <a:srgbClr val="33CCCC"/>
                </a:solidFill>
              </a:rPr>
              <a:t>TensorFlow</a:t>
            </a:r>
            <a:r>
              <a:rPr lang="es-ES" cap="none" dirty="0">
                <a:solidFill>
                  <a:srgbClr val="33CCCC"/>
                </a:solidFill>
              </a:rPr>
              <a:t>/</a:t>
            </a:r>
            <a:r>
              <a:rPr lang="es-ES" cap="none" dirty="0" err="1">
                <a:solidFill>
                  <a:srgbClr val="33CCCC"/>
                </a:solidFill>
              </a:rPr>
              <a:t>Keras</a:t>
            </a:r>
            <a:endParaRPr lang="es-ES" cap="none" dirty="0">
              <a:solidFill>
                <a:srgbClr val="33CCCC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17AE779-3C7B-4B45-948E-604D1C4D9116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rgbClr val="FFFFFF"/>
                </a:solidFill>
              </a:rPr>
              <a:t>Clasificación de géneros de música</a:t>
            </a:r>
          </a:p>
        </p:txBody>
      </p:sp>
    </p:spTree>
    <p:extLst>
      <p:ext uri="{BB962C8B-B14F-4D97-AF65-F5344CB8AC3E}">
        <p14:creationId xmlns:p14="http://schemas.microsoft.com/office/powerpoint/2010/main" val="187509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EXPLORACIÓN DE DATOS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2375275"/>
          </a:xfrm>
        </p:spPr>
        <p:txBody>
          <a:bodyPr rtlCol="0"/>
          <a:lstStyle/>
          <a:p>
            <a:pPr rtl="0"/>
            <a:r>
              <a:rPr lang="es-ES" dirty="0">
                <a:solidFill>
                  <a:srgbClr val="33CCCC"/>
                </a:solidFill>
              </a:rPr>
              <a:t>Archivo: features_30_sec.csv</a:t>
            </a:r>
          </a:p>
          <a:p>
            <a:pPr rtl="0"/>
            <a:r>
              <a:rPr lang="es-ES" dirty="0">
                <a:solidFill>
                  <a:srgbClr val="33CCCC"/>
                </a:solidFill>
              </a:rPr>
              <a:t>1,000 registros</a:t>
            </a:r>
          </a:p>
          <a:p>
            <a:pPr rtl="0"/>
            <a:r>
              <a:rPr lang="es-ES" dirty="0">
                <a:solidFill>
                  <a:srgbClr val="33CCCC"/>
                </a:solidFill>
              </a:rPr>
              <a:t>60 variables (58 numéricas, 2 texto)</a:t>
            </a:r>
          </a:p>
          <a:p>
            <a:pPr rtl="0"/>
            <a:r>
              <a:rPr lang="es-ES" dirty="0">
                <a:solidFill>
                  <a:srgbClr val="33CCCC"/>
                </a:solidFill>
              </a:rPr>
              <a:t>10 géneros musicales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8D8C0D-A1E1-4941-B140-43F7303B0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08" y="4437112"/>
            <a:ext cx="5343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A33E4AA2-17C6-4E59-A440-BC126008FE3B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2E19A3-FBF1-400B-8F68-CC06AE47C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44" y="2780928"/>
            <a:ext cx="131445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DE9E99C-BD99-4B26-90FE-A33CF73652B0}"/>
              </a:ext>
            </a:extLst>
          </p:cNvPr>
          <p:cNvCxnSpPr>
            <a:cxnSpLocks/>
          </p:cNvCxnSpPr>
          <p:nvPr/>
        </p:nvCxnSpPr>
        <p:spPr>
          <a:xfrm>
            <a:off x="7227341" y="2701220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9B87024-9487-4412-80E6-0CA5733D9772}"/>
              </a:ext>
            </a:extLst>
          </p:cNvPr>
          <p:cNvCxnSpPr>
            <a:cxnSpLocks/>
          </p:cNvCxnSpPr>
          <p:nvPr/>
        </p:nvCxnSpPr>
        <p:spPr>
          <a:xfrm>
            <a:off x="7227341" y="2999470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390CE89-FED8-441E-921C-775D83668247}"/>
              </a:ext>
            </a:extLst>
          </p:cNvPr>
          <p:cNvCxnSpPr>
            <a:cxnSpLocks/>
          </p:cNvCxnSpPr>
          <p:nvPr/>
        </p:nvCxnSpPr>
        <p:spPr>
          <a:xfrm flipV="1">
            <a:off x="7227341" y="3297720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lobo: línea doblada 11">
            <a:extLst>
              <a:ext uri="{FF2B5EF4-FFF2-40B4-BE49-F238E27FC236}">
                <a16:creationId xmlns:a16="http://schemas.microsoft.com/office/drawing/2014/main" id="{829EEC6B-BF99-448B-BF69-C0D9E13F9533}"/>
              </a:ext>
            </a:extLst>
          </p:cNvPr>
          <p:cNvSpPr/>
          <p:nvPr/>
        </p:nvSpPr>
        <p:spPr>
          <a:xfrm flipH="1">
            <a:off x="848348" y="1386185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50"/>
              <a:gd name="adj6" fmla="val -6473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MFCC1 mean y </a:t>
            </a:r>
            <a:r>
              <a:rPr lang="es-MX" sz="1200" dirty="0" err="1">
                <a:solidFill>
                  <a:schemeClr val="tx1"/>
                </a:solidFill>
              </a:rPr>
              <a:t>var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13" name="Globo: línea doblada 12">
            <a:extLst>
              <a:ext uri="{FF2B5EF4-FFF2-40B4-BE49-F238E27FC236}">
                <a16:creationId xmlns:a16="http://schemas.microsoft.com/office/drawing/2014/main" id="{1EA70C77-B86B-4B06-A26A-3283936858BA}"/>
              </a:ext>
            </a:extLst>
          </p:cNvPr>
          <p:cNvSpPr/>
          <p:nvPr/>
        </p:nvSpPr>
        <p:spPr>
          <a:xfrm flipH="1">
            <a:off x="848348" y="196238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2500"/>
              <a:gd name="adj6" fmla="val -5957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MFCC20 mean y </a:t>
            </a:r>
            <a:r>
              <a:rPr lang="es-MX" sz="1200" dirty="0" err="1">
                <a:solidFill>
                  <a:schemeClr val="tx1"/>
                </a:solidFill>
              </a:rPr>
              <a:t>var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14" name="Globo: línea doblada 13">
            <a:extLst>
              <a:ext uri="{FF2B5EF4-FFF2-40B4-BE49-F238E27FC236}">
                <a16:creationId xmlns:a16="http://schemas.microsoft.com/office/drawing/2014/main" id="{62AD36C9-3933-4CAF-AD24-FE3616637364}"/>
              </a:ext>
            </a:extLst>
          </p:cNvPr>
          <p:cNvSpPr/>
          <p:nvPr/>
        </p:nvSpPr>
        <p:spPr>
          <a:xfrm flipH="1">
            <a:off x="848348" y="239674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5000"/>
              <a:gd name="adj6" fmla="val -576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>
                <a:solidFill>
                  <a:schemeClr val="tx1"/>
                </a:solidFill>
              </a:rPr>
              <a:t>Spectral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15" name="Globo: línea doblada 14">
            <a:extLst>
              <a:ext uri="{FF2B5EF4-FFF2-40B4-BE49-F238E27FC236}">
                <a16:creationId xmlns:a16="http://schemas.microsoft.com/office/drawing/2014/main" id="{022F4A7D-F53C-44E9-B25F-E4F211FF0C1E}"/>
              </a:ext>
            </a:extLst>
          </p:cNvPr>
          <p:cNvSpPr/>
          <p:nvPr/>
        </p:nvSpPr>
        <p:spPr>
          <a:xfrm flipH="1">
            <a:off x="848348" y="283110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500"/>
              <a:gd name="adj6" fmla="val -5828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Tempo</a:t>
            </a:r>
          </a:p>
        </p:txBody>
      </p:sp>
      <p:sp>
        <p:nvSpPr>
          <p:cNvPr id="16" name="Globo: línea doblada 15">
            <a:extLst>
              <a:ext uri="{FF2B5EF4-FFF2-40B4-BE49-F238E27FC236}">
                <a16:creationId xmlns:a16="http://schemas.microsoft.com/office/drawing/2014/main" id="{EBA14EC9-8C98-4C7B-9617-BBB8C7C5E126}"/>
              </a:ext>
            </a:extLst>
          </p:cNvPr>
          <p:cNvSpPr/>
          <p:nvPr/>
        </p:nvSpPr>
        <p:spPr>
          <a:xfrm flipH="1">
            <a:off x="848348" y="326546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3750"/>
              <a:gd name="adj6" fmla="val -595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RMS</a:t>
            </a:r>
          </a:p>
        </p:txBody>
      </p:sp>
      <p:sp>
        <p:nvSpPr>
          <p:cNvPr id="17" name="Globo: línea doblada 16">
            <a:extLst>
              <a:ext uri="{FF2B5EF4-FFF2-40B4-BE49-F238E27FC236}">
                <a16:creationId xmlns:a16="http://schemas.microsoft.com/office/drawing/2014/main" id="{A4EE63D2-C2C7-497B-B1F4-18202DEBBB07}"/>
              </a:ext>
            </a:extLst>
          </p:cNvPr>
          <p:cNvSpPr/>
          <p:nvPr/>
        </p:nvSpPr>
        <p:spPr>
          <a:xfrm flipH="1">
            <a:off x="848348" y="369982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2500"/>
              <a:gd name="adj6" fmla="val -6279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ZCR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B9C2317-B601-4DCF-8F66-60CF35CDF56A}"/>
              </a:ext>
            </a:extLst>
          </p:cNvPr>
          <p:cNvSpPr/>
          <p:nvPr/>
        </p:nvSpPr>
        <p:spPr>
          <a:xfrm>
            <a:off x="4779604" y="2102799"/>
            <a:ext cx="756000" cy="180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>
                <a:solidFill>
                  <a:schemeClr val="bg1"/>
                </a:solidFill>
              </a:rPr>
              <a:t>Dropout</a:t>
            </a:r>
            <a:r>
              <a:rPr lang="es-MX" sz="1200" dirty="0">
                <a:solidFill>
                  <a:schemeClr val="bg1"/>
                </a:solidFill>
              </a:rPr>
              <a:t> (0.3)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9BA442-5F24-48EB-A89B-2FC731EC81BD}"/>
              </a:ext>
            </a:extLst>
          </p:cNvPr>
          <p:cNvSpPr/>
          <p:nvPr/>
        </p:nvSpPr>
        <p:spPr>
          <a:xfrm>
            <a:off x="6041771" y="2093263"/>
            <a:ext cx="1283652" cy="17393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Segunda Capa Oculta</a:t>
            </a:r>
          </a:p>
          <a:p>
            <a:pPr algn="ctr"/>
            <a:endParaRPr lang="es-MX" sz="1200" dirty="0"/>
          </a:p>
          <a:p>
            <a:pPr algn="ctr"/>
            <a:r>
              <a:rPr lang="es-MX" sz="1200" dirty="0"/>
              <a:t>64 </a:t>
            </a:r>
          </a:p>
          <a:p>
            <a:pPr algn="ctr"/>
            <a:r>
              <a:rPr lang="es-MX" sz="1200" dirty="0"/>
              <a:t>Neuronas</a:t>
            </a:r>
          </a:p>
          <a:p>
            <a:pPr algn="ctr"/>
            <a:r>
              <a:rPr lang="es-MX" sz="1200" dirty="0"/>
              <a:t>Activación</a:t>
            </a:r>
          </a:p>
          <a:p>
            <a:pPr algn="ctr"/>
            <a:r>
              <a:rPr lang="es-MX" sz="1200" dirty="0" err="1"/>
              <a:t>ReLU</a:t>
            </a:r>
            <a:endParaRPr lang="es-MX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191991D-5DAB-417C-A07D-7421B042FD79}"/>
              </a:ext>
            </a:extLst>
          </p:cNvPr>
          <p:cNvSpPr/>
          <p:nvPr/>
        </p:nvSpPr>
        <p:spPr>
          <a:xfrm>
            <a:off x="7740200" y="2372799"/>
            <a:ext cx="756000" cy="1260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>
                <a:solidFill>
                  <a:schemeClr val="bg1"/>
                </a:solidFill>
              </a:rPr>
              <a:t>Dropout</a:t>
            </a:r>
            <a:r>
              <a:rPr lang="es-MX" sz="1200" dirty="0">
                <a:solidFill>
                  <a:schemeClr val="bg1"/>
                </a:solidFill>
              </a:rPr>
              <a:t> (0.3)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FB44D85-525F-4293-93E0-5438968729E2}"/>
              </a:ext>
            </a:extLst>
          </p:cNvPr>
          <p:cNvSpPr/>
          <p:nvPr/>
        </p:nvSpPr>
        <p:spPr>
          <a:xfrm>
            <a:off x="9330475" y="787280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classical</a:t>
            </a:r>
            <a:endParaRPr lang="es-MX" sz="120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ADBE41E-025E-4273-BCE3-08AADD6B87AF}"/>
              </a:ext>
            </a:extLst>
          </p:cNvPr>
          <p:cNvSpPr/>
          <p:nvPr/>
        </p:nvSpPr>
        <p:spPr>
          <a:xfrm>
            <a:off x="9330475" y="1340346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country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FAC5590-DCB3-4DBD-83EC-E63D592E134C}"/>
              </a:ext>
            </a:extLst>
          </p:cNvPr>
          <p:cNvSpPr/>
          <p:nvPr/>
        </p:nvSpPr>
        <p:spPr>
          <a:xfrm>
            <a:off x="9330475" y="1893412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disco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AE047E-FD63-4E22-A3D0-28A39FCD4FA4}"/>
              </a:ext>
            </a:extLst>
          </p:cNvPr>
          <p:cNvSpPr/>
          <p:nvPr/>
        </p:nvSpPr>
        <p:spPr>
          <a:xfrm>
            <a:off x="9330475" y="2446477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hiphop</a:t>
            </a:r>
            <a:endParaRPr lang="es-MX" sz="120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6D12315-FDB7-443A-A2E4-7FCC206A37AE}"/>
              </a:ext>
            </a:extLst>
          </p:cNvPr>
          <p:cNvSpPr/>
          <p:nvPr/>
        </p:nvSpPr>
        <p:spPr>
          <a:xfrm>
            <a:off x="9330475" y="2999543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jaz</a:t>
            </a:r>
            <a:endParaRPr lang="es-MX" sz="120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318E744-24E3-4639-9DD1-06EAEF7FCA84}"/>
              </a:ext>
            </a:extLst>
          </p:cNvPr>
          <p:cNvSpPr/>
          <p:nvPr/>
        </p:nvSpPr>
        <p:spPr>
          <a:xfrm>
            <a:off x="9330475" y="3562378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metal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E9CD6F5-AA0D-41B1-84AE-E6F0319A38E3}"/>
              </a:ext>
            </a:extLst>
          </p:cNvPr>
          <p:cNvSpPr/>
          <p:nvPr/>
        </p:nvSpPr>
        <p:spPr>
          <a:xfrm>
            <a:off x="9330475" y="4115444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pop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DF49438-EF83-456B-A413-935E9D8F4C47}"/>
              </a:ext>
            </a:extLst>
          </p:cNvPr>
          <p:cNvSpPr/>
          <p:nvPr/>
        </p:nvSpPr>
        <p:spPr>
          <a:xfrm>
            <a:off x="9330475" y="4668510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reggae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D00113E-2EA9-4A22-AD89-13F431C1FF04}"/>
              </a:ext>
            </a:extLst>
          </p:cNvPr>
          <p:cNvSpPr/>
          <p:nvPr/>
        </p:nvSpPr>
        <p:spPr>
          <a:xfrm>
            <a:off x="9330475" y="5221576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rpsk</a:t>
            </a:r>
            <a:endParaRPr lang="es-MX" sz="1200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4C9772A-852E-4A3A-A47E-600F0C4A9D18}"/>
              </a:ext>
            </a:extLst>
          </p:cNvPr>
          <p:cNvSpPr/>
          <p:nvPr/>
        </p:nvSpPr>
        <p:spPr>
          <a:xfrm>
            <a:off x="9330475" y="234214"/>
            <a:ext cx="1332000" cy="432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blues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DB9C6A2-357B-4034-B90A-C5652384C02D}"/>
              </a:ext>
            </a:extLst>
          </p:cNvPr>
          <p:cNvSpPr/>
          <p:nvPr/>
        </p:nvSpPr>
        <p:spPr>
          <a:xfrm>
            <a:off x="8496200" y="166075"/>
            <a:ext cx="2854045" cy="6525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1400" b="1" dirty="0">
                <a:solidFill>
                  <a:schemeClr val="tx1"/>
                </a:solidFill>
              </a:rPr>
              <a:t>Capa de Salida (10 clases)</a:t>
            </a:r>
          </a:p>
          <a:p>
            <a:pPr algn="ctr"/>
            <a:r>
              <a:rPr lang="es-MX" sz="1200" dirty="0">
                <a:solidFill>
                  <a:schemeClr val="tx1"/>
                </a:solidFill>
              </a:rPr>
              <a:t>Activación: </a:t>
            </a:r>
            <a:r>
              <a:rPr lang="es-MX" sz="1200" dirty="0" err="1">
                <a:solidFill>
                  <a:schemeClr val="tx1"/>
                </a:solidFill>
              </a:rPr>
              <a:t>Softmax</a:t>
            </a:r>
            <a:endParaRPr lang="es-MX" sz="12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s-MX" sz="1200" dirty="0">
                <a:solidFill>
                  <a:schemeClr val="tx1"/>
                </a:solidFill>
                <a:sym typeface="Wingdings" panose="05000000000000000000" pitchFamily="2" charset="2"/>
              </a:rPr>
              <a:t>Predicción por Género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s-MX" sz="1200" dirty="0">
                <a:solidFill>
                  <a:schemeClr val="tx1"/>
                </a:solidFill>
                <a:sym typeface="Wingdings" panose="05000000000000000000" pitchFamily="2" charset="2"/>
              </a:rPr>
              <a:t>Función de Pérdida </a:t>
            </a:r>
          </a:p>
          <a:p>
            <a:r>
              <a:rPr lang="es-MX" sz="120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es-MX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Categorical</a:t>
            </a:r>
            <a:r>
              <a:rPr lang="es-MX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MX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cross</a:t>
            </a:r>
            <a:r>
              <a:rPr lang="es-MX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MX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entropy</a:t>
            </a:r>
            <a:endParaRPr lang="es-MX" sz="1200" dirty="0">
              <a:solidFill>
                <a:schemeClr val="tx1"/>
              </a:solidFill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C740888-FE28-43DE-A777-D56AA8E274BF}"/>
              </a:ext>
            </a:extLst>
          </p:cNvPr>
          <p:cNvCxnSpPr>
            <a:cxnSpLocks/>
            <a:stCxn id="71" idx="7"/>
          </p:cNvCxnSpPr>
          <p:nvPr/>
        </p:nvCxnSpPr>
        <p:spPr>
          <a:xfrm>
            <a:off x="4161957" y="2180701"/>
            <a:ext cx="660702" cy="233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C8B986E-7578-4970-A16E-EB2FEDA8D0B8}"/>
              </a:ext>
            </a:extLst>
          </p:cNvPr>
          <p:cNvCxnSpPr>
            <a:cxnSpLocks/>
          </p:cNvCxnSpPr>
          <p:nvPr/>
        </p:nvCxnSpPr>
        <p:spPr>
          <a:xfrm>
            <a:off x="4233673" y="2515584"/>
            <a:ext cx="539807" cy="20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6A917DF2-D9A5-4000-97F0-E78E93009D9E}"/>
              </a:ext>
            </a:extLst>
          </p:cNvPr>
          <p:cNvCxnSpPr>
            <a:cxnSpLocks/>
            <a:stCxn id="71" idx="6"/>
            <a:endCxn id="18" idx="1"/>
          </p:cNvCxnSpPr>
          <p:nvPr/>
        </p:nvCxnSpPr>
        <p:spPr>
          <a:xfrm flipV="1">
            <a:off x="4372840" y="3002799"/>
            <a:ext cx="406764" cy="411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CD2279A-62E9-470A-BE44-D2A82431A35B}"/>
              </a:ext>
            </a:extLst>
          </p:cNvPr>
          <p:cNvCxnSpPr>
            <a:cxnSpLocks/>
            <a:stCxn id="71" idx="5"/>
          </p:cNvCxnSpPr>
          <p:nvPr/>
        </p:nvCxnSpPr>
        <p:spPr>
          <a:xfrm flipV="1">
            <a:off x="4161957" y="3673953"/>
            <a:ext cx="654578" cy="23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20432675-E731-4742-89BD-0791CFC0E972}"/>
              </a:ext>
            </a:extLst>
          </p:cNvPr>
          <p:cNvCxnSpPr>
            <a:cxnSpLocks/>
          </p:cNvCxnSpPr>
          <p:nvPr/>
        </p:nvCxnSpPr>
        <p:spPr>
          <a:xfrm flipV="1">
            <a:off x="4270518" y="3297720"/>
            <a:ext cx="502570" cy="1556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1775497-DAFF-4B4E-ACE6-335E590A2437}"/>
              </a:ext>
            </a:extLst>
          </p:cNvPr>
          <p:cNvCxnSpPr>
            <a:cxnSpLocks/>
          </p:cNvCxnSpPr>
          <p:nvPr/>
        </p:nvCxnSpPr>
        <p:spPr>
          <a:xfrm>
            <a:off x="5544809" y="2558613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03E7826-FFD3-4FF0-85C4-6FB6E798D5CF}"/>
              </a:ext>
            </a:extLst>
          </p:cNvPr>
          <p:cNvCxnSpPr>
            <a:cxnSpLocks/>
          </p:cNvCxnSpPr>
          <p:nvPr/>
        </p:nvCxnSpPr>
        <p:spPr>
          <a:xfrm>
            <a:off x="5535604" y="2856863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CD4900A-812E-4A88-B608-0477E4335086}"/>
              </a:ext>
            </a:extLst>
          </p:cNvPr>
          <p:cNvCxnSpPr>
            <a:cxnSpLocks/>
          </p:cNvCxnSpPr>
          <p:nvPr/>
        </p:nvCxnSpPr>
        <p:spPr>
          <a:xfrm>
            <a:off x="5535604" y="3155113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DA7A169-4277-4526-AEF0-64142ACC9F1E}"/>
              </a:ext>
            </a:extLst>
          </p:cNvPr>
          <p:cNvCxnSpPr>
            <a:cxnSpLocks/>
          </p:cNvCxnSpPr>
          <p:nvPr/>
        </p:nvCxnSpPr>
        <p:spPr>
          <a:xfrm flipV="1">
            <a:off x="5535604" y="3453363"/>
            <a:ext cx="50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4509C718-6B27-45F2-8672-86C3C311E512}"/>
              </a:ext>
            </a:extLst>
          </p:cNvPr>
          <p:cNvCxnSpPr>
            <a:cxnSpLocks/>
          </p:cNvCxnSpPr>
          <p:nvPr/>
        </p:nvCxnSpPr>
        <p:spPr>
          <a:xfrm flipV="1">
            <a:off x="8496200" y="469752"/>
            <a:ext cx="834275" cy="2533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8B3CD0E-57FA-4462-BB32-27832E5ECBC3}"/>
              </a:ext>
            </a:extLst>
          </p:cNvPr>
          <p:cNvCxnSpPr>
            <a:cxnSpLocks/>
          </p:cNvCxnSpPr>
          <p:nvPr/>
        </p:nvCxnSpPr>
        <p:spPr>
          <a:xfrm flipV="1">
            <a:off x="8496200" y="1019561"/>
            <a:ext cx="834275" cy="19832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659ECD6F-3427-44E0-8B0B-C8C51BED86BE}"/>
              </a:ext>
            </a:extLst>
          </p:cNvPr>
          <p:cNvCxnSpPr>
            <a:cxnSpLocks/>
          </p:cNvCxnSpPr>
          <p:nvPr/>
        </p:nvCxnSpPr>
        <p:spPr>
          <a:xfrm flipV="1">
            <a:off x="8496200" y="1569371"/>
            <a:ext cx="844044" cy="1443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EE41200-01A4-483F-8F21-3559329C91CD}"/>
              </a:ext>
            </a:extLst>
          </p:cNvPr>
          <p:cNvCxnSpPr>
            <a:cxnSpLocks/>
          </p:cNvCxnSpPr>
          <p:nvPr/>
        </p:nvCxnSpPr>
        <p:spPr>
          <a:xfrm flipV="1">
            <a:off x="8496200" y="2099641"/>
            <a:ext cx="844044" cy="932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E02B3951-D78B-44FE-8CEA-5D73E13F9FAF}"/>
              </a:ext>
            </a:extLst>
          </p:cNvPr>
          <p:cNvCxnSpPr>
            <a:cxnSpLocks/>
          </p:cNvCxnSpPr>
          <p:nvPr/>
        </p:nvCxnSpPr>
        <p:spPr>
          <a:xfrm flipV="1">
            <a:off x="8496200" y="2678758"/>
            <a:ext cx="863582" cy="3435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4AFA4337-47AE-4544-955F-C37A36FB1507}"/>
              </a:ext>
            </a:extLst>
          </p:cNvPr>
          <p:cNvCxnSpPr>
            <a:cxnSpLocks/>
          </p:cNvCxnSpPr>
          <p:nvPr/>
        </p:nvCxnSpPr>
        <p:spPr>
          <a:xfrm>
            <a:off x="8496200" y="3002799"/>
            <a:ext cx="834275" cy="21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D2C7372-505C-4D5B-9C25-99F151C8E1F9}"/>
              </a:ext>
            </a:extLst>
          </p:cNvPr>
          <p:cNvCxnSpPr>
            <a:cxnSpLocks/>
          </p:cNvCxnSpPr>
          <p:nvPr/>
        </p:nvCxnSpPr>
        <p:spPr>
          <a:xfrm>
            <a:off x="8486431" y="2993030"/>
            <a:ext cx="863265" cy="742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96B65930-A53D-4F33-AF69-B7FE642F635D}"/>
              </a:ext>
            </a:extLst>
          </p:cNvPr>
          <p:cNvCxnSpPr>
            <a:cxnSpLocks/>
          </p:cNvCxnSpPr>
          <p:nvPr/>
        </p:nvCxnSpPr>
        <p:spPr>
          <a:xfrm>
            <a:off x="8496200" y="3002799"/>
            <a:ext cx="834275" cy="12570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A5A02998-BD83-467E-BD6E-FADA7B86BFB5}"/>
              </a:ext>
            </a:extLst>
          </p:cNvPr>
          <p:cNvCxnSpPr>
            <a:cxnSpLocks/>
          </p:cNvCxnSpPr>
          <p:nvPr/>
        </p:nvCxnSpPr>
        <p:spPr>
          <a:xfrm>
            <a:off x="8496200" y="3002799"/>
            <a:ext cx="834275" cy="1865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C9F6E682-C3E7-425D-8044-26D821B63DA0}"/>
              </a:ext>
            </a:extLst>
          </p:cNvPr>
          <p:cNvCxnSpPr>
            <a:cxnSpLocks/>
          </p:cNvCxnSpPr>
          <p:nvPr/>
        </p:nvCxnSpPr>
        <p:spPr>
          <a:xfrm>
            <a:off x="8496200" y="3002799"/>
            <a:ext cx="844044" cy="2415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128A2B03-FF6B-4CA0-B0C1-791CAE4AB951}"/>
              </a:ext>
            </a:extLst>
          </p:cNvPr>
          <p:cNvCxnSpPr>
            <a:cxnSpLocks/>
          </p:cNvCxnSpPr>
          <p:nvPr/>
        </p:nvCxnSpPr>
        <p:spPr>
          <a:xfrm>
            <a:off x="10656476" y="450214"/>
            <a:ext cx="684000" cy="2542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AE8FC7D-6071-49D4-85A5-681266F49389}"/>
              </a:ext>
            </a:extLst>
          </p:cNvPr>
          <p:cNvCxnSpPr>
            <a:cxnSpLocks/>
          </p:cNvCxnSpPr>
          <p:nvPr/>
        </p:nvCxnSpPr>
        <p:spPr>
          <a:xfrm>
            <a:off x="10656476" y="990254"/>
            <a:ext cx="684000" cy="2002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3CA244E3-6C32-4B57-8642-6BDF6A51AFA9}"/>
              </a:ext>
            </a:extLst>
          </p:cNvPr>
          <p:cNvCxnSpPr>
            <a:cxnSpLocks/>
          </p:cNvCxnSpPr>
          <p:nvPr/>
        </p:nvCxnSpPr>
        <p:spPr>
          <a:xfrm>
            <a:off x="10656476" y="1579140"/>
            <a:ext cx="684000" cy="1413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D57B9F7-7F22-4D66-B4B3-1A013F736FDE}"/>
              </a:ext>
            </a:extLst>
          </p:cNvPr>
          <p:cNvCxnSpPr>
            <a:cxnSpLocks/>
          </p:cNvCxnSpPr>
          <p:nvPr/>
        </p:nvCxnSpPr>
        <p:spPr>
          <a:xfrm>
            <a:off x="10646707" y="2109411"/>
            <a:ext cx="693769" cy="8738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57A92B51-7A06-489A-8A30-536971722A31}"/>
              </a:ext>
            </a:extLst>
          </p:cNvPr>
          <p:cNvCxnSpPr>
            <a:cxnSpLocks/>
          </p:cNvCxnSpPr>
          <p:nvPr/>
        </p:nvCxnSpPr>
        <p:spPr>
          <a:xfrm>
            <a:off x="10627169" y="2688528"/>
            <a:ext cx="732845" cy="275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85D49B8A-BB14-45D5-8E6B-1989A64C5FD9}"/>
              </a:ext>
            </a:extLst>
          </p:cNvPr>
          <p:cNvCxnSpPr>
            <a:cxnSpLocks/>
          </p:cNvCxnSpPr>
          <p:nvPr/>
        </p:nvCxnSpPr>
        <p:spPr>
          <a:xfrm flipV="1">
            <a:off x="10666245" y="3002799"/>
            <a:ext cx="684000" cy="21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ED13C8F-3824-4EB8-9C8C-8D13AE4078EC}"/>
              </a:ext>
            </a:extLst>
          </p:cNvPr>
          <p:cNvCxnSpPr>
            <a:cxnSpLocks/>
          </p:cNvCxnSpPr>
          <p:nvPr/>
        </p:nvCxnSpPr>
        <p:spPr>
          <a:xfrm flipV="1">
            <a:off x="10636938" y="3002799"/>
            <a:ext cx="713307" cy="1315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C8D695D8-3788-461C-BF41-46BDCB9EC322}"/>
              </a:ext>
            </a:extLst>
          </p:cNvPr>
          <p:cNvCxnSpPr>
            <a:cxnSpLocks/>
          </p:cNvCxnSpPr>
          <p:nvPr/>
        </p:nvCxnSpPr>
        <p:spPr>
          <a:xfrm flipV="1">
            <a:off x="10656476" y="3002799"/>
            <a:ext cx="693769" cy="1855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AC93A7F9-915F-422C-A284-8C71FD40C6F9}"/>
              </a:ext>
            </a:extLst>
          </p:cNvPr>
          <p:cNvCxnSpPr>
            <a:cxnSpLocks/>
          </p:cNvCxnSpPr>
          <p:nvPr/>
        </p:nvCxnSpPr>
        <p:spPr>
          <a:xfrm flipV="1">
            <a:off x="10666245" y="3002799"/>
            <a:ext cx="684000" cy="2444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926EAE1D-33CF-4523-B5F2-F80665D15052}"/>
              </a:ext>
            </a:extLst>
          </p:cNvPr>
          <p:cNvSpPr/>
          <p:nvPr/>
        </p:nvSpPr>
        <p:spPr>
          <a:xfrm>
            <a:off x="11325477" y="2515584"/>
            <a:ext cx="756000" cy="75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MX" sz="1200" dirty="0"/>
              <a:t>Género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0459C797-E281-4965-920E-D07997F2AB54}"/>
              </a:ext>
            </a:extLst>
          </p:cNvPr>
          <p:cNvGrpSpPr/>
          <p:nvPr/>
        </p:nvGrpSpPr>
        <p:grpSpPr>
          <a:xfrm>
            <a:off x="1393719" y="1526238"/>
            <a:ext cx="340296" cy="571514"/>
            <a:chOff x="4136286" y="5074293"/>
            <a:chExt cx="360000" cy="571514"/>
          </a:xfrm>
        </p:grpSpPr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B4888922-F1BC-497E-8B0F-25778BCEC14E}"/>
                </a:ext>
              </a:extLst>
            </p:cNvPr>
            <p:cNvSpPr/>
            <p:nvPr/>
          </p:nvSpPr>
          <p:spPr>
            <a:xfrm>
              <a:off x="4136286" y="5181796"/>
              <a:ext cx="360000" cy="3565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MX" sz="1400" b="1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6CC16F0A-49B5-4F33-B59C-30658A295A83}"/>
                </a:ext>
              </a:extLst>
            </p:cNvPr>
            <p:cNvSpPr/>
            <p:nvPr/>
          </p:nvSpPr>
          <p:spPr>
            <a:xfrm>
              <a:off x="4136286" y="5289298"/>
              <a:ext cx="360000" cy="3565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MX" sz="1400" b="1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0E57326B-851C-41E4-812A-D9C9BBA1DBDC}"/>
                </a:ext>
              </a:extLst>
            </p:cNvPr>
            <p:cNvSpPr/>
            <p:nvPr/>
          </p:nvSpPr>
          <p:spPr>
            <a:xfrm>
              <a:off x="4136286" y="5074293"/>
              <a:ext cx="360000" cy="3565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MX" sz="1400" b="1" dirty="0">
                  <a:solidFill>
                    <a:schemeClr val="tx1"/>
                  </a:solidFill>
                </a:rPr>
                <a:t>.</a:t>
              </a:r>
            </a:p>
          </p:txBody>
        </p:sp>
      </p:grpSp>
      <p:sp>
        <p:nvSpPr>
          <p:cNvPr id="69" name="Globo: línea doblada 68">
            <a:extLst>
              <a:ext uri="{FF2B5EF4-FFF2-40B4-BE49-F238E27FC236}">
                <a16:creationId xmlns:a16="http://schemas.microsoft.com/office/drawing/2014/main" id="{F5637AED-AEFA-44B0-9CC8-4D3C74C355D2}"/>
              </a:ext>
            </a:extLst>
          </p:cNvPr>
          <p:cNvSpPr/>
          <p:nvPr/>
        </p:nvSpPr>
        <p:spPr>
          <a:xfrm flipH="1">
            <a:off x="848348" y="4134184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2500"/>
              <a:gd name="adj6" fmla="val -6279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>
                <a:solidFill>
                  <a:schemeClr val="tx1"/>
                </a:solidFill>
              </a:rPr>
              <a:t>Pereptr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70" name="Globo: línea doblada 69">
            <a:extLst>
              <a:ext uri="{FF2B5EF4-FFF2-40B4-BE49-F238E27FC236}">
                <a16:creationId xmlns:a16="http://schemas.microsoft.com/office/drawing/2014/main" id="{79F11F61-852C-4864-9601-5D763528529E}"/>
              </a:ext>
            </a:extLst>
          </p:cNvPr>
          <p:cNvSpPr/>
          <p:nvPr/>
        </p:nvSpPr>
        <p:spPr>
          <a:xfrm flipH="1">
            <a:off x="848347" y="4568545"/>
            <a:ext cx="1425259" cy="3112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7575"/>
              <a:gd name="adj6" fmla="val -7184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Harmony</a:t>
            </a: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9E48436D-253B-41B8-AE90-8FDAEE6F82F9}"/>
              </a:ext>
            </a:extLst>
          </p:cNvPr>
          <p:cNvSpPr/>
          <p:nvPr/>
        </p:nvSpPr>
        <p:spPr>
          <a:xfrm>
            <a:off x="2932840" y="1823131"/>
            <a:ext cx="1440000" cy="244164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Primer Capa Oculta</a:t>
            </a:r>
          </a:p>
          <a:p>
            <a:pPr algn="ctr"/>
            <a:endParaRPr lang="es-MX" sz="1200" dirty="0"/>
          </a:p>
          <a:p>
            <a:pPr algn="ctr"/>
            <a:r>
              <a:rPr lang="es-MX" sz="1200" dirty="0"/>
              <a:t>128 Neuronas</a:t>
            </a:r>
          </a:p>
          <a:p>
            <a:pPr algn="ctr"/>
            <a:r>
              <a:rPr lang="es-MX" sz="1200" dirty="0"/>
              <a:t>Activación </a:t>
            </a:r>
            <a:r>
              <a:rPr lang="es-MX" sz="1200" dirty="0" err="1"/>
              <a:t>ReLU</a:t>
            </a:r>
            <a:endParaRPr lang="es-MX" sz="1200" dirty="0"/>
          </a:p>
        </p:txBody>
      </p:sp>
      <p:sp>
        <p:nvSpPr>
          <p:cNvPr id="73" name="Título 12">
            <a:extLst>
              <a:ext uri="{FF2B5EF4-FFF2-40B4-BE49-F238E27FC236}">
                <a16:creationId xmlns:a16="http://schemas.microsoft.com/office/drawing/2014/main" id="{E06D1A6B-4383-4703-9A96-30B04D61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79" y="13055"/>
            <a:ext cx="7647852" cy="823657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33CCCC"/>
                </a:solidFill>
              </a:rPr>
              <a:t>ARQUITECTURA DEL MODELO ÓPTIMO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2F7B9A-4449-4F69-8E08-B57A85316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47" y="5368707"/>
            <a:ext cx="7314556" cy="13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FASE DE ENTRENAMIENTO – DOS MODELOS</a:t>
            </a:r>
          </a:p>
        </p:txBody>
      </p:sp>
      <p:graphicFrame>
        <p:nvGraphicFramePr>
          <p:cNvPr id="5" name="Marcador de posición de contenido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0212546"/>
              </p:ext>
            </p:extLst>
          </p:nvPr>
        </p:nvGraphicFramePr>
        <p:xfrm>
          <a:off x="2566020" y="1916832"/>
          <a:ext cx="7344816" cy="39477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PARÁMETROS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Modelo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Modelo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ÉPOCAS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BATCH _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711836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OPTIMIZACIÓN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ADAM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0"/>
                      <a:endParaRPr lang="es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LOSS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CATEGORICAL_CROSSENTROPY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0"/>
                      <a:endParaRPr lang="es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57820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pPr rtl="0"/>
                      <a:r>
                        <a:rPr lang="es-ES" noProof="0" dirty="0"/>
                        <a:t>VALIDACIÓN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es-ES" noProof="0" dirty="0"/>
                        <a:t>ACCURACY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0"/>
                      <a:endParaRPr lang="es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558128"/>
                  </a:ext>
                </a:extLst>
              </a:tr>
            </a:tbl>
          </a:graphicData>
        </a:graphic>
      </p:graphicFrame>
      <p:sp>
        <p:nvSpPr>
          <p:cNvPr id="7" name="Subtítulo 2">
            <a:extLst>
              <a:ext uri="{FF2B5EF4-FFF2-40B4-BE49-F238E27FC236}">
                <a16:creationId xmlns:a16="http://schemas.microsoft.com/office/drawing/2014/main" id="{13B3D9E9-A7CB-4489-B21D-37941184487E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FASE DE ENTRENAMIENTO - CÓDIGO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7E6EC4-5A46-43B2-9F7A-04A438BEF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44" y="2276872"/>
            <a:ext cx="10874347" cy="9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ción de contenido 2">
            <a:extLst>
              <a:ext uri="{FF2B5EF4-FFF2-40B4-BE49-F238E27FC236}">
                <a16:creationId xmlns:a16="http://schemas.microsoft.com/office/drawing/2014/main" id="{B5BDB6CF-580E-4601-887F-AF5C6B4FD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828" y="1626826"/>
            <a:ext cx="3869113" cy="66112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33CCCC"/>
                </a:solidFill>
              </a:rPr>
              <a:t>MODELO 1 - ÓPTIMO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A6679D4-20E2-446F-B007-603F29BF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44" y="3364432"/>
            <a:ext cx="10874345" cy="59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F3B8138-D0F6-4BCA-A80B-FEDBEAFC0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59" y="4752486"/>
            <a:ext cx="10874347" cy="9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70F0183-EFEB-417F-A1A0-546747F6B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59" y="5840046"/>
            <a:ext cx="10874340" cy="5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arcador de posición de contenido 2">
            <a:extLst>
              <a:ext uri="{FF2B5EF4-FFF2-40B4-BE49-F238E27FC236}">
                <a16:creationId xmlns:a16="http://schemas.microsoft.com/office/drawing/2014/main" id="{BE436663-6293-4EC9-923C-A16B115EBEDC}"/>
              </a:ext>
            </a:extLst>
          </p:cNvPr>
          <p:cNvSpPr txBox="1">
            <a:spLocks/>
          </p:cNvSpPr>
          <p:nvPr/>
        </p:nvSpPr>
        <p:spPr>
          <a:xfrm>
            <a:off x="961959" y="4239170"/>
            <a:ext cx="2499265" cy="66112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rgbClr val="33CCCC"/>
                </a:solidFill>
              </a:rPr>
              <a:t>MODELO 2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D691F3E-33CB-4C1B-8A6A-E129FDC2A84A}"/>
              </a:ext>
            </a:extLst>
          </p:cNvPr>
          <p:cNvSpPr/>
          <p:nvPr/>
        </p:nvSpPr>
        <p:spPr>
          <a:xfrm>
            <a:off x="4706941" y="2635310"/>
            <a:ext cx="3384376" cy="1603859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C110454-920D-49C3-A271-ECB5AC5DAA99}"/>
              </a:ext>
            </a:extLst>
          </p:cNvPr>
          <p:cNvSpPr/>
          <p:nvPr/>
        </p:nvSpPr>
        <p:spPr>
          <a:xfrm>
            <a:off x="4582244" y="5085048"/>
            <a:ext cx="3384376" cy="1498315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D07F512B-AC6D-4AE6-A92C-3E6A9A072BAB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FASE DE ENTRENAMIENTO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3C0E594-4420-465B-8D6A-141D2F202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5" y="1602894"/>
            <a:ext cx="469429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8DBC6AB-EB53-4D30-8656-1DB7C1426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5" y="4423363"/>
            <a:ext cx="459477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Marcador de posición de contenido 4" descr="Proceso escalonado en el que se muestran 3 tareas organizadas una debajo de la otra. Además, se usan dos flechas que apuntan hacia abajo para indicar la progresión de la primera tarea a la segunda y de la segunda a la tercera.">
            <a:extLst>
              <a:ext uri="{FF2B5EF4-FFF2-40B4-BE49-F238E27FC236}">
                <a16:creationId xmlns:a16="http://schemas.microsoft.com/office/drawing/2014/main" id="{BBE34DDC-FA88-46BC-945A-4E3EAE962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972146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Subtítulo 2">
            <a:extLst>
              <a:ext uri="{FF2B5EF4-FFF2-40B4-BE49-F238E27FC236}">
                <a16:creationId xmlns:a16="http://schemas.microsoft.com/office/drawing/2014/main" id="{E8D40C5D-29CF-4C0F-B4DB-2394AC1DBEA3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PREDICCIÓN</a:t>
            </a:r>
          </a:p>
        </p:txBody>
      </p:sp>
      <p:sp>
        <p:nvSpPr>
          <p:cNvPr id="6" name="Marcador de posición de contenido 2">
            <a:extLst>
              <a:ext uri="{FF2B5EF4-FFF2-40B4-BE49-F238E27FC236}">
                <a16:creationId xmlns:a16="http://schemas.microsoft.com/office/drawing/2014/main" id="{168650A6-C1C4-4B7F-B382-BB83E134D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828" y="1626826"/>
            <a:ext cx="2499265" cy="66112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33CCCC"/>
                </a:solidFill>
              </a:rPr>
              <a:t>MODELO 1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21BF481-01C0-40D2-A082-0A8FC5C73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75" y="2105025"/>
            <a:ext cx="56292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0E69C7D5-7FD4-4995-B3DE-285ECDE1DE54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2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CONCLUSIÓN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0E69C7D5-7FD4-4995-B3DE-285ECDE1DE54}"/>
              </a:ext>
            </a:extLst>
          </p:cNvPr>
          <p:cNvSpPr txBox="1">
            <a:spLocks/>
          </p:cNvSpPr>
          <p:nvPr/>
        </p:nvSpPr>
        <p:spPr>
          <a:xfrm>
            <a:off x="4253516" y="0"/>
            <a:ext cx="7935309" cy="514816"/>
          </a:xfrm>
          <a:prstGeom prst="rect">
            <a:avLst/>
          </a:prstGeom>
          <a:solidFill>
            <a:schemeClr val="accent6">
              <a:lumMod val="50000"/>
              <a:alpha val="80000"/>
            </a:schemeClr>
          </a:solidFill>
        </p:spPr>
        <p:txBody>
          <a:bodyPr vert="horz" lIns="121899" tIns="60949" rIns="121899" bIns="60949" rtlCol="0" anchor="t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>
                <a:solidFill>
                  <a:srgbClr val="FFFFFF"/>
                </a:solidFill>
              </a:rPr>
              <a:t>Clasificación de géneros de música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AF5D9E-91D0-4247-9991-F8D8A242C4BB}"/>
              </a:ext>
            </a:extLst>
          </p:cNvPr>
          <p:cNvSpPr/>
          <p:nvPr/>
        </p:nvSpPr>
        <p:spPr>
          <a:xfrm>
            <a:off x="1629916" y="1796928"/>
            <a:ext cx="1008112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s-MX" dirty="0">
                <a:solidFill>
                  <a:srgbClr val="33CCCC"/>
                </a:solidFill>
                <a:latin typeface="Arial" panose="020B0604020202020204" pitchFamily="34" charset="0"/>
              </a:rPr>
              <a:t>La aplicación de técnicas y hiperparametros; número de capas, de neuronas por capa, épocas, </a:t>
            </a:r>
            <a:r>
              <a:rPr lang="es-MX" dirty="0" err="1">
                <a:solidFill>
                  <a:srgbClr val="33CCCC"/>
                </a:solidFill>
                <a:latin typeface="Arial" panose="020B0604020202020204" pitchFamily="34" charset="0"/>
              </a:rPr>
              <a:t>dropout</a:t>
            </a:r>
            <a:r>
              <a:rPr lang="es-MX" dirty="0">
                <a:solidFill>
                  <a:srgbClr val="33CCCC"/>
                </a:solidFill>
                <a:latin typeface="Arial" panose="020B0604020202020204" pitchFamily="34" charset="0"/>
              </a:rPr>
              <a:t>, pueden mejorar, optimizar o debilitar, reducir en forma general, requiere de practicar.</a:t>
            </a:r>
            <a:endParaRPr lang="es-MX" dirty="0">
              <a:solidFill>
                <a:srgbClr val="33CCCC"/>
              </a:solidFill>
            </a:endParaRPr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s-MX" dirty="0">
                <a:solidFill>
                  <a:srgbClr val="33CCCC"/>
                </a:solidFill>
                <a:latin typeface="Arial" panose="020B0604020202020204" pitchFamily="34" charset="0"/>
              </a:rPr>
              <a:t>En proyecto avanzado, podría aplicar la implementación del modelo con espectrogramas (carpeta de imágenes PNG o audio WAV) mediante la implementación de CNN.</a:t>
            </a:r>
            <a:endParaRPr lang="es-MX" dirty="0">
              <a:solidFill>
                <a:srgbClr val="33CCCC"/>
              </a:solidFill>
            </a:endParaRPr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s-MX" dirty="0">
                <a:solidFill>
                  <a:srgbClr val="33CCCC"/>
                </a:solidFill>
                <a:latin typeface="Arial" panose="020B0604020202020204" pitchFamily="34" charset="0"/>
              </a:rPr>
              <a:t>Utilizar y evaluar el modelo con el </a:t>
            </a:r>
            <a:r>
              <a:rPr lang="es-MX" dirty="0" err="1">
                <a:solidFill>
                  <a:srgbClr val="33CCCC"/>
                </a:solidFill>
                <a:latin typeface="Arial" panose="020B0604020202020204" pitchFamily="34" charset="0"/>
              </a:rPr>
              <a:t>dataset</a:t>
            </a:r>
            <a:r>
              <a:rPr lang="es-MX" dirty="0">
                <a:solidFill>
                  <a:srgbClr val="33CCCC"/>
                </a:solidFill>
                <a:latin typeface="Arial" panose="020B0604020202020204" pitchFamily="34" charset="0"/>
              </a:rPr>
              <a:t> "features_3_sec.csv" que contiene 9,990 registros con menor tiempo.</a:t>
            </a:r>
            <a:endParaRPr lang="es-MX" dirty="0">
              <a:solidFill>
                <a:srgbClr val="33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0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436786" y="3814049"/>
            <a:ext cx="2076772" cy="830207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tx1"/>
                </a:solidFill>
              </a:rPr>
              <a:t>ALINNCO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657FC5-F74D-4FAE-BDF5-0A48AE096C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90"/>
          <a:stretch/>
        </p:blipFill>
        <p:spPr>
          <a:xfrm>
            <a:off x="4726260" y="1948564"/>
            <a:ext cx="3273437" cy="219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7389d1-1f5e-40ae-bf83-d93f88ff1c5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361B3A402BD147B970F5A3BB35574A" ma:contentTypeVersion="18" ma:contentTypeDescription="Create a new document." ma:contentTypeScope="" ma:versionID="96b4cea3064d43ead2e79c4d6e763741">
  <xsd:schema xmlns:xsd="http://www.w3.org/2001/XMLSchema" xmlns:xs="http://www.w3.org/2001/XMLSchema" xmlns:p="http://schemas.microsoft.com/office/2006/metadata/properties" xmlns:ns3="79ca8d7b-c831-4dda-b75b-ba2985a5420d" xmlns:ns4="347389d1-1f5e-40ae-bf83-d93f88ff1c55" targetNamespace="http://schemas.microsoft.com/office/2006/metadata/properties" ma:root="true" ma:fieldsID="9a645908aa0d51b690b76b0e877546fe" ns3:_="" ns4:_="">
    <xsd:import namespace="79ca8d7b-c831-4dda-b75b-ba2985a5420d"/>
    <xsd:import namespace="347389d1-1f5e-40ae-bf83-d93f88ff1c5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ca8d7b-c831-4dda-b75b-ba2985a542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389d1-1f5e-40ae-bf83-d93f88ff1c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9ca8d7b-c831-4dda-b75b-ba2985a5420d"/>
    <ds:schemaRef ds:uri="http://schemas.microsoft.com/office/2006/documentManagement/types"/>
    <ds:schemaRef ds:uri="http://www.w3.org/XML/1998/namespace"/>
    <ds:schemaRef ds:uri="347389d1-1f5e-40ae-bf83-d93f88ff1c5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1DFB3D5-E939-4247-BF53-843327452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ca8d7b-c831-4dda-b75b-ba2985a5420d"/>
    <ds:schemaRef ds:uri="347389d1-1f5e-40ae-bf83-d93f88ff1c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9B50ED-C8CE-4D7C-92E5-E6915EB586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126</TotalTime>
  <Words>340</Words>
  <Application>Microsoft Office PowerPoint</Application>
  <PresentationFormat>Personalizado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Tecnología 16x9</vt:lpstr>
      <vt:lpstr>Proyecto Final HyAIA</vt:lpstr>
      <vt:lpstr>OBJETIVO</vt:lpstr>
      <vt:lpstr>EXPLORACIÓN DE DATOS</vt:lpstr>
      <vt:lpstr>ARQUITECTURA DEL MODELO ÓPTIMO</vt:lpstr>
      <vt:lpstr>FASE DE ENTRENAMIENTO – DOS MODELOS</vt:lpstr>
      <vt:lpstr>FASE DE ENTRENAMIENTO - CÓDIGO</vt:lpstr>
      <vt:lpstr>FASE DE ENTRENAMIENTO</vt:lpstr>
      <vt:lpstr>PREDICCIÓN</vt:lpstr>
      <vt:lpstr>CONCLUSIÓN</vt:lpstr>
      <vt:lpstr>ALINNCO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HyAIA</dc:title>
  <dc:creator>María Gabriela Ramírez Castillo</dc:creator>
  <cp:lastModifiedBy>María Gabriela Ramírez Castillo</cp:lastModifiedBy>
  <cp:revision>10</cp:revision>
  <dcterms:created xsi:type="dcterms:W3CDTF">2025-12-11T16:35:26Z</dcterms:created>
  <dcterms:modified xsi:type="dcterms:W3CDTF">2025-12-11T18:42:08Z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0x01010039361B3A402BD147B970F5A3BB35574A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