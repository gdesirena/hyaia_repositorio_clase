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9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1" r:id="rId15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63" d="100"/>
          <a:sy n="63" d="100"/>
        </p:scale>
        <p:origin x="8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BE4B5-8ACD-4A88-BF79-C6979CFFB1B2}" type="datetime1">
              <a:rPr lang="es-MX" smtClean="0"/>
              <a:t>19/11/2025</a:t>
            </a:fld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BB85B-CC6E-432A-90A4-D4D0CACB8516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249984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A81CDCF-F108-4489-A80B-C731D8FEBA6D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 dirty="0"/>
              <a:t>Haz clic para modificar los estilos de texto del patrón</a:t>
            </a:r>
          </a:p>
          <a:p>
            <a:pPr lvl="1" rtl="0"/>
            <a:r>
              <a:rPr lang="es-MX" noProof="0" dirty="0"/>
              <a:t>Segundo nivel</a:t>
            </a:r>
          </a:p>
          <a:p>
            <a:pPr lvl="2" rtl="0"/>
            <a:r>
              <a:rPr lang="es-MX" noProof="0" dirty="0"/>
              <a:t>Tercer nivel</a:t>
            </a:r>
          </a:p>
          <a:p>
            <a:pPr lvl="3" rtl="0"/>
            <a:r>
              <a:rPr lang="es-MX" noProof="0" dirty="0"/>
              <a:t>Cuarto nivel</a:t>
            </a:r>
          </a:p>
          <a:p>
            <a:pPr lvl="4" rtl="0"/>
            <a:r>
              <a:rPr lang="es-MX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8DF7A-2076-6302-BE5D-36894946A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57CC5714-AAAB-F4AA-5DC3-52FC58371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77C37E46-92D8-8F99-1027-A1A8C2EFA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2CAA3B01-50DB-3ED9-27EA-002050EB6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0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49C0-D649-EAFF-76AD-3BC95A918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0631D610-87F9-5F12-F34B-A89CC9DCD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0317FE92-BBBD-BAA5-496F-0E23DFAB7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91F786A-6B4C-97C0-3906-71EFAF95E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915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5B052-5AFD-31E8-07D2-6875C540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000FBE35-B56A-B50E-85D5-7C2520F7D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BEEE56CF-B971-E735-44AB-B95A7EF58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6919640-A09E-A700-92D8-B63F835C6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406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3AA45-CFF0-612C-B54D-5A556570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D30E2862-7F9E-C9F5-882E-B5124BE47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2841AFB7-D562-A125-9769-1471670E1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5BAEE4A-8066-B0F1-C8AF-A5B20FD8A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196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694E-6CCF-F23E-E65C-393498AF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A0AD1664-B492-522A-CA44-0BD0F06B7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7BF3423E-02D5-AF7C-51DB-8BF5E9DD6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9F0864D-3EA8-8680-5D46-8B9F2E525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298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35673-C8D2-1105-4252-70D50F47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0D7D9D3E-26B6-40F0-39F3-C55151A94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03E2F6A4-502E-74E2-1CA6-E45C1555C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4A51B8A6-FA23-72A4-6517-42BF216DD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068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1B7C-D6FD-E713-455F-7B1C3B0F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A0090196-2D5B-FFE3-464F-4F4E5849D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6EB631F0-A8E9-775B-8DEF-E1A78CBAF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63738DE3-F63D-00BC-85D1-581F5A501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252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0E334-6675-ED2A-E753-FAFBE0D2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63EB6196-4DFF-FBB0-248A-2E8EF27ED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AFCAA664-DBB0-A96A-60FC-58556BB79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B685355D-4B23-583E-03F5-8F3A3E2C1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42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58385-C65F-F1A9-E75A-F66BFAF8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59DCEE5A-CDE9-5DA5-AEDE-FF1825060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A6F994DD-8AAB-0D10-3751-E8637810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7BEFB88-E4B0-CBA1-CC0D-EB68E26D4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983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79B97-48F2-7765-CE5A-76DF4079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A274785F-6E17-8EA8-62E2-FC5B8F383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583B149D-744D-3BEB-CD49-8FC607DE7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99CD48FC-5FFB-2ABB-9908-71E047C14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885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67E9-2976-B240-A654-9F7B0709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AB9DA0DC-0B7B-D763-C83F-D3942DDD6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B47A75EB-CBE1-C20C-93B2-F9A979F7A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0EE4D15-7A06-1B85-D3E0-E775E0F29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s-MX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MX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90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MX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83FF88B-F56D-454C-860B-CDF972EDAC45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02836C-F8F8-4A1B-8A3B-8852B2E3DB9A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CCEA6A-AC66-4107-B4DB-B7FF07205BE3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E6675D-2C3A-4F74-8577-65124958C3BD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n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7E54B4-2391-42FE-9E99-CA2B5E24A72B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41178F-D5DD-4C8C-8147-57A811ABFB5F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6A68D9-EB40-4AB6-904F-D9F37EF139F8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B41CB3-4AF0-4E1B-933F-0D3ED6573657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F71E94-56C4-46A9-ABF9-4DCAF6B5F965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F11C13-CF44-4F1C-A266-D5CF0B21CF9E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01A5E2-117E-4218-8E67-698CFB1E13A2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E4538D-119B-4D95-95C4-1DE20A9813FC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11" name="Cuadro de texto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MX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Cuadro de texto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MX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CC6871-230D-4313-BB1A-21C7FAA4F148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7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8A9A78-0866-426A-9584-BAB838533DB3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n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n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19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0B762B-C438-472D-AF27-1C992D0C91DC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s-MX" noProof="0" dirty="0"/>
              <a:t>Haz clic para modificar los estilos de texto del patrón</a:t>
            </a:r>
          </a:p>
          <a:p>
            <a:pPr lvl="1" rtl="0"/>
            <a:r>
              <a:rPr lang="es-MX" noProof="0" dirty="0"/>
              <a:t>Segundo nivel</a:t>
            </a:r>
          </a:p>
          <a:p>
            <a:pPr lvl="2" rtl="0"/>
            <a:r>
              <a:rPr lang="es-MX" noProof="0" dirty="0"/>
              <a:t>Tercer nivel</a:t>
            </a:r>
          </a:p>
          <a:p>
            <a:pPr lvl="3" rtl="0"/>
            <a:r>
              <a:rPr lang="es-MX" noProof="0" dirty="0"/>
              <a:t>Cuarto nivel</a:t>
            </a:r>
          </a:p>
          <a:p>
            <a:pPr lvl="4" rtl="0"/>
            <a:r>
              <a:rPr lang="es-MX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F1B309A3-3273-448E-BB21-7E163C35D095}" type="datetime1">
              <a:rPr lang="es-MX" noProof="0" smtClean="0"/>
              <a:t>19/11/2025</a:t>
            </a:fld>
            <a:endParaRPr lang="es-MX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s-MX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2714E-000B-E742-3D07-2C2C3A3A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62BFE1F7-CB4C-64FF-EFB8-675CF314F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1EFD87-7268-8FFA-585D-C6B9AE6E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5714478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2C8D337D-5DE6-59AD-519A-7EF55D5A9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883F3C9-9C61-8F7D-0906-2654168CBB4F}"/>
              </a:ext>
            </a:extLst>
          </p:cNvPr>
          <p:cNvSpPr txBox="1"/>
          <p:nvPr/>
        </p:nvSpPr>
        <p:spPr>
          <a:xfrm rot="16200000">
            <a:off x="6997150" y="1031534"/>
            <a:ext cx="3444533" cy="4353326"/>
          </a:xfrm>
          <a:prstGeom prst="rect">
            <a:avLst/>
          </a:prstGeom>
          <a:noFill/>
        </p:spPr>
        <p:txBody>
          <a:bodyPr vert="vert" wrap="square">
            <a:spAutoFit/>
          </a:bodyPr>
          <a:lstStyle/>
          <a:p>
            <a:pPr algn="ctr">
              <a:spcBef>
                <a:spcPts val="2613"/>
              </a:spcBef>
              <a:spcAft>
                <a:spcPts val="1742"/>
              </a:spcAft>
              <a:buNone/>
            </a:pPr>
            <a:r>
              <a:rPr lang="sv-SE" sz="4400" b="1" i="0" dirty="0">
                <a:effectLst/>
                <a:latin typeface="system-ui"/>
              </a:rPr>
              <a:t>Tarea 2: Branch en Git</a:t>
            </a:r>
          </a:p>
          <a:p>
            <a:pPr algn="ctr">
              <a:spcBef>
                <a:spcPts val="2613"/>
              </a:spcBef>
              <a:spcAft>
                <a:spcPts val="1742"/>
              </a:spcAft>
              <a:buNone/>
            </a:pPr>
            <a:r>
              <a:rPr lang="sv-SE" sz="4400" b="1" dirty="0">
                <a:latin typeface="system-ui"/>
              </a:rPr>
              <a:t>Yesenia Luna Moreno</a:t>
            </a:r>
            <a:endParaRPr lang="sv-SE" sz="4400" b="1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75202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EC581-08D5-D2EC-5610-4C53A5B9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588BC833-550B-3CA3-495B-66C3054D1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EADFF34-125E-951C-BFB6-A0B22DE74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12192000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82641B00-4F67-B8D3-72A0-CF3443CD2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CCFFA8B-1720-A1D1-D263-89B28360A6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6822" y="617181"/>
            <a:ext cx="9698355" cy="562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0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60879-88AF-6139-E11C-17AD0112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CCA8209E-854D-E02C-AE6E-F84FBACBD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375A82-688F-24A9-0041-5E18161AD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12200622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1BAC33B3-2783-9FE8-7D8A-1BA3D559A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306F0D-3E6F-B0D2-0064-D8EEDA270F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235" y="427672"/>
            <a:ext cx="10680907" cy="620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6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51DC0-0EA4-DC0C-8210-CFB4C5BE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7AE085D4-7F80-500C-F0E8-AB155C5DE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2CB0D0-BCB1-DAD8-4EC9-87D026DBB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12192000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3BE66E25-4AC9-7A82-B9FD-409BD5812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12C414A-3BE5-958F-E566-98285481EB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85762"/>
            <a:ext cx="1051560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8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B90DD-F6C2-1B11-AA47-3FA947AF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224FDD43-9A52-E81B-2815-C0D5CCBC7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3A6178-4DD4-6331-563A-F72A768EA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12192000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25D8C061-79DC-08CA-BE34-B98E4B7DA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5890192-DD15-C69D-53E1-FF1D72921A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390525"/>
            <a:ext cx="1049655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02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871AF-F88B-3965-AC9E-7AC957957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701AD5BA-06CE-9FB1-45BF-C6197133D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C57EA61-4DA4-9226-8724-1FFEA9A86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12200622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693BE6A7-9800-401C-1529-45AF3631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E74A37E-6E7B-15E2-BF5C-96C873F593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" y="371475"/>
            <a:ext cx="10506075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5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04439-7184-0673-5DD3-5046FAD6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C3BAA4F3-DC21-9728-4660-8337DF4DF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D2BF99-AD1E-53C3-DC93-F8F6A7227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12192000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E5F87059-757D-62C7-CE00-05A12B45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F57C467-5057-87C3-0036-A05D43330D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" y="366712"/>
            <a:ext cx="10544175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4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2FE35-85C1-CB9C-F98F-D15C4B84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E81D1BCC-D05E-74A4-EDA4-7628B1D3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AFDB8A-AA2A-0785-0620-FE2362302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12192000" cy="685799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33782131-3FFA-7AC8-CBB2-7BE1B8B8F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063BF6B-8D6A-2D68-1B4B-564F63F3A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66712"/>
            <a:ext cx="1051560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64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F5D59-B873-9148-E434-56EE9E157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ED7A17C5-9CD1-24D2-541E-5ED280DE8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EDD71C3B-B2D5-F0A6-E483-2151F3458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2A4C691-0C9D-42C1-B411-AD2DEB80F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88" y="756834"/>
            <a:ext cx="11875008" cy="534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98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199F2-D0EE-389D-69A4-12BACCC7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BF2820DC-AFB1-4DC0-4E48-5BD337C9A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5CCB7909-34EA-3B3A-F312-ECBD7CA4B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62B59B3-13FA-AAB8-746D-8FF51BAA02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19" y="1824167"/>
            <a:ext cx="11289792" cy="320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19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B28FB-861D-EBD6-F819-3174E257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ángulo 54">
            <a:extLst>
              <a:ext uri="{FF2B5EF4-FFF2-40B4-BE49-F238E27FC236}">
                <a16:creationId xmlns:a16="http://schemas.microsoft.com/office/drawing/2014/main" id="{E0C50EE9-ED91-948F-BD14-9FD77D8D6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B70E4E73-8770-4651-B72E-80821EBB4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E290C5E-DD69-9089-ACF5-5C7004365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817542"/>
            <a:ext cx="11789664" cy="522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635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75_TF55705232.potx" id="{A4B0B6DF-4079-4F36-8C16-75BAE6BCAE85}" vid="{AD268AD9-898B-45FF-927D-ABE707D5756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8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9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0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{0129E2EF-4B5D-4CEF-BC9E-4419D06EC8ED}tf55705232_win32</Template>
  <TotalTime>77</TotalTime>
  <Words>20</Words>
  <Application>Microsoft Office PowerPoint</Application>
  <PresentationFormat>Panorámica</PresentationFormat>
  <Paragraphs>13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Calibri</vt:lpstr>
      <vt:lpstr>Goudy Old Style</vt:lpstr>
      <vt:lpstr>system-ui</vt:lpstr>
      <vt:lpstr>Wingdings 2</vt:lpstr>
      <vt:lpstr>SlateVTI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sony</dc:creator>
  <cp:lastModifiedBy>sony</cp:lastModifiedBy>
  <cp:revision>1</cp:revision>
  <dcterms:created xsi:type="dcterms:W3CDTF">2025-11-19T15:41:23Z</dcterms:created>
  <dcterms:modified xsi:type="dcterms:W3CDTF">2025-11-19T16:59:03Z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